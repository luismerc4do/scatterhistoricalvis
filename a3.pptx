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13"/>
  </p:notesMasterIdLst>
  <p:handoutMasterIdLst>
    <p:handoutMasterId r:id="rId14"/>
  </p:handoutMasterIdLst>
  <p:sldIdLst>
    <p:sldId id="1497" r:id="rId5"/>
    <p:sldId id="1514" r:id="rId6"/>
    <p:sldId id="1515" r:id="rId7"/>
    <p:sldId id="1516" r:id="rId8"/>
    <p:sldId id="1519" r:id="rId9"/>
    <p:sldId id="1520" r:id="rId10"/>
    <p:sldId id="1521" r:id="rId11"/>
    <p:sldId id="152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79" autoAdjust="0"/>
  </p:normalViewPr>
  <p:slideViewPr>
    <p:cSldViewPr snapToGrid="0">
      <p:cViewPr varScale="1">
        <p:scale>
          <a:sx n="100" d="100"/>
          <a:sy n="100" d="100"/>
        </p:scale>
        <p:origin x="954" y="72"/>
      </p:cViewPr>
      <p:guideLst/>
    </p:cSldViewPr>
  </p:slideViewPr>
  <p:notesTextViewPr>
    <p:cViewPr>
      <p:scale>
        <a:sx n="202" d="100"/>
        <a:sy n="202" d="100"/>
      </p:scale>
      <p:origin x="0" y="-6"/>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5/7/2025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5/7/2025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Luis Mercado, and in this presentation, I’ll be walking you through a project I worked on that focuses on visualizing and analyzing weather data.</a:t>
            </a:r>
            <a:endParaRPr lang="en-AU" dirty="0"/>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1121657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 used covers an entire year—365 days of detailed weather records, including daily temperatures and rainfall. I also compared this data to historical averages and extreme weather records to see how this year measured up.</a:t>
            </a:r>
          </a:p>
          <a:p>
            <a:r>
              <a:rPr lang="en-AU" dirty="0"/>
              <a:t> </a:t>
            </a:r>
            <a:r>
              <a:rPr lang="en-US" dirty="0"/>
              <a:t>Let’s take a look at the visualization now . </a:t>
            </a:r>
            <a:endParaRPr lang="en-AU" dirty="0"/>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2327943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made a temperature chart that shows daily minimum, maximum, and average temperatures throughout the year.</a:t>
            </a:r>
          </a:p>
          <a:p>
            <a:r>
              <a:rPr lang="en-US" dirty="0"/>
              <a:t>To make the trends easier to spot, I included a 7-day moving average line that vary along the time. I also added historical average temperatures for comparison, and flagged days where the temperature was much higher or lower than usual—those are the extreme days marked with a yellow circle.</a:t>
            </a:r>
          </a:p>
          <a:p>
            <a:endParaRPr lang="en-AU" dirty="0"/>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3925678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combines two perspectives. The first subplot shows daily rainfall and how it compares to historical averages, highlighting unusually heavy rainy days.</a:t>
            </a:r>
            <a:endParaRPr lang="en-AU" dirty="0"/>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81666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second chart tracks how rainfall added up over the year, and compares that to the expected trend. this view helps us understand both individual heavy rain days and the bigger picture—was the whole year wetter or drier than usual? I also added labels to the cumulative chart to show the percentage difference from the normal total.</a:t>
            </a:r>
          </a:p>
          <a:p>
            <a:endParaRPr lang="en-AU" dirty="0"/>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2453536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heatmap to show how each day’s average temperature compared to the historical norm.</a:t>
            </a:r>
          </a:p>
          <a:p>
            <a:r>
              <a:rPr lang="en-US" dirty="0"/>
              <a:t>This looks like a calendar, with each square representing a day. Red means warmer than usual, and blue means cooler. This makes it easy to spot unusually hot or cold days and spot patterns, like a heatwave or a cold spell.</a:t>
            </a:r>
          </a:p>
          <a:p>
            <a:r>
              <a:rPr lang="en-US" dirty="0"/>
              <a:t>I used this design because it packs a lot of information into a small space, and helps reveal patterns that would be hard to notice with a regular line graph.</a:t>
            </a:r>
          </a:p>
          <a:p>
            <a:endParaRPr lang="en-AU" dirty="0"/>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155799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looked at extreme weather days—when temperatures or rainfall broke past historical records.</a:t>
            </a:r>
          </a:p>
          <a:p>
            <a:endParaRPr lang="en-AU" dirty="0"/>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2595052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scatter plots and color-coded bars to make these stand out. These events are important because they might be signs of a changing climate or increasing weather instability.</a:t>
            </a:r>
            <a:endParaRPr lang="en-AU" dirty="0"/>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23476983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dirty="0"/>
              <a:t>Click icon to add picture</a:t>
            </a:r>
          </a:p>
        </p:txBody>
      </p:sp>
      <p:sp>
        <p:nvSpPr>
          <p:cNvPr id="4" name="Date Placeholder 2">
            <a:extLst>
              <a:ext uri="{FF2B5EF4-FFF2-40B4-BE49-F238E27FC236}">
                <a16:creationId xmlns:a16="http://schemas.microsoft.com/office/drawing/2014/main" id="{0FC0FA77-D157-35E3-0B4D-11C0F67E63F3}"/>
              </a:ext>
            </a:extLst>
          </p:cNvPr>
          <p:cNvSpPr>
            <a:spLocks noGrp="1"/>
          </p:cNvSpPr>
          <p:nvPr>
            <p:ph type="dt" sz="half" idx="10"/>
          </p:nvPr>
        </p:nvSpPr>
        <p:spPr>
          <a:xfrm>
            <a:off x="347132" y="6529916"/>
            <a:ext cx="3284341" cy="328084"/>
          </a:xfrm>
        </p:spPr>
        <p:txBody>
          <a:bodyPr/>
          <a:lstStyle/>
          <a:p>
            <a:fld id="{175A1B29-DFBD-4673-8328-3ED6619AAB50}" type="datetime1">
              <a:rPr lang="en-US" smtClean="0"/>
              <a:t>5/7/2025</a:t>
            </a:fld>
            <a:endParaRPr lang="en-US" dirty="0"/>
          </a:p>
        </p:txBody>
      </p:sp>
      <p:sp>
        <p:nvSpPr>
          <p:cNvPr id="5" name="Footer Placeholder 3">
            <a:extLst>
              <a:ext uri="{FF2B5EF4-FFF2-40B4-BE49-F238E27FC236}">
                <a16:creationId xmlns:a16="http://schemas.microsoft.com/office/drawing/2014/main" id="{9D55EDDF-CA01-E393-D8E9-0618A68B21A8}"/>
              </a:ext>
            </a:extLst>
          </p:cNvPr>
          <p:cNvSpPr>
            <a:spLocks noGrp="1"/>
          </p:cNvSpPr>
          <p:nvPr>
            <p:ph type="ftr" sz="quarter" idx="11"/>
          </p:nvPr>
        </p:nvSpPr>
        <p:spPr>
          <a:xfrm>
            <a:off x="8660019" y="6529916"/>
            <a:ext cx="2805405" cy="328084"/>
          </a:xfrm>
        </p:spPr>
        <p:txBody>
          <a:bodyPr/>
          <a:lstStyle/>
          <a:p>
            <a:r>
              <a:rPr lang="en-US" dirty="0"/>
              <a:t>Sample Footer Text</a:t>
            </a:r>
          </a:p>
        </p:txBody>
      </p:sp>
      <p:sp>
        <p:nvSpPr>
          <p:cNvPr id="6" name="Slide Number Placeholder 4">
            <a:extLst>
              <a:ext uri="{FF2B5EF4-FFF2-40B4-BE49-F238E27FC236}">
                <a16:creationId xmlns:a16="http://schemas.microsoft.com/office/drawing/2014/main" id="{AFD1BB6C-22F1-3135-9434-A294C25CC3D5}"/>
              </a:ext>
            </a:extLst>
          </p:cNvPr>
          <p:cNvSpPr>
            <a:spLocks noGrp="1"/>
          </p:cNvSpPr>
          <p:nvPr>
            <p:ph type="sldNum" sz="quarter" idx="12"/>
          </p:nvPr>
        </p:nvSpPr>
        <p:spPr>
          <a:xfrm>
            <a:off x="11415660" y="6529916"/>
            <a:ext cx="429207" cy="328084"/>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393522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64B1540E-CB71-48F2-BE70-F5CE056CFE1B}"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B05D4B22-4D6B-3463-9517-CEFA7D2A6E7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177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7" name="Rectangle: Rounded Corners 6">
            <a:extLst>
              <a:ext uri="{FF2B5EF4-FFF2-40B4-BE49-F238E27FC236}">
                <a16:creationId xmlns:a16="http://schemas.microsoft.com/office/drawing/2014/main" id="{E5DF5215-34B8-BE6B-A816-58B2F37B1D5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97168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59537" y="905256"/>
            <a:ext cx="4206240"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9536"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Picture Placeholder 5">
            <a:extLst>
              <a:ext uri="{FF2B5EF4-FFF2-40B4-BE49-F238E27FC236}">
                <a16:creationId xmlns:a16="http://schemas.microsoft.com/office/drawing/2014/main" id="{C77B7186-FB14-CA62-FE96-5476125CC1B8}"/>
              </a:ext>
            </a:extLst>
          </p:cNvPr>
          <p:cNvSpPr>
            <a:spLocks noGrp="1"/>
          </p:cNvSpPr>
          <p:nvPr>
            <p:ph type="pic" sz="quarter" idx="13"/>
          </p:nvPr>
        </p:nvSpPr>
        <p:spPr>
          <a:xfrm>
            <a:off x="5596128" y="333756"/>
            <a:ext cx="6237732" cy="6190488"/>
          </a:xfrm>
          <a:custGeom>
            <a:avLst/>
            <a:gdLst>
              <a:gd name="connsiteX0" fmla="*/ 0 w 6237732"/>
              <a:gd name="connsiteY0" fmla="*/ 0 h 6190488"/>
              <a:gd name="connsiteX1" fmla="*/ 6051089 w 6237732"/>
              <a:gd name="connsiteY1" fmla="*/ 0 h 6190488"/>
              <a:gd name="connsiteX2" fmla="*/ 6237732 w 6237732"/>
              <a:gd name="connsiteY2" fmla="*/ 186643 h 6190488"/>
              <a:gd name="connsiteX3" fmla="*/ 6237732 w 6237732"/>
              <a:gd name="connsiteY3" fmla="*/ 6003845 h 6190488"/>
              <a:gd name="connsiteX4" fmla="*/ 6051089 w 6237732"/>
              <a:gd name="connsiteY4" fmla="*/ 6190488 h 6190488"/>
              <a:gd name="connsiteX5" fmla="*/ 0 w 6237732"/>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7732" h="6190488">
                <a:moveTo>
                  <a:pt x="0" y="0"/>
                </a:moveTo>
                <a:lnTo>
                  <a:pt x="6051089" y="0"/>
                </a:lnTo>
                <a:cubicBezTo>
                  <a:pt x="6154169" y="0"/>
                  <a:pt x="6237732" y="83563"/>
                  <a:pt x="6237732" y="186643"/>
                </a:cubicBezTo>
                <a:lnTo>
                  <a:pt x="6237732" y="6003845"/>
                </a:lnTo>
                <a:cubicBezTo>
                  <a:pt x="6237732" y="6106925"/>
                  <a:pt x="6154169" y="6190488"/>
                  <a:pt x="6051089" y="6190488"/>
                </a:cubicBezTo>
                <a:lnTo>
                  <a:pt x="0" y="6190488"/>
                </a:ln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47133" y="6529916"/>
            <a:ext cx="1951777" cy="328084"/>
          </a:xfrm>
          <a:prstGeom prst="rect">
            <a:avLst/>
          </a:prstGeom>
        </p:spPr>
        <p:txBody>
          <a:bodyPr/>
          <a:lstStyle/>
          <a:p>
            <a:fld id="{B4AA5E08-0B46-4D4C-9A1D-1895CC169C50}" type="datetime1">
              <a:rPr lang="en-US" smtClean="0"/>
              <a:t>5/7/2025</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880928"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636569"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27AE6C76-D3EE-C74F-F49E-97F6141F5D1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60663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703F4AEB-E597-882F-3A69-A923B8DED423}"/>
              </a:ext>
            </a:extLst>
          </p:cNvPr>
          <p:cNvPicPr>
            <a:picLocks noChangeAspect="1"/>
          </p:cNvPicPr>
          <p:nvPr/>
        </p:nvPicPr>
        <p:blipFill>
          <a:blip r:embed="rId2">
            <a:extLst>
              <a:ext uri="{28A0092B-C50C-407E-A947-70E740481C1C}">
                <a14:useLocalDpi xmlns:a14="http://schemas.microsoft.com/office/drawing/2010/main" val="0"/>
              </a:ext>
            </a:extLst>
          </a:blip>
          <a:srcRect t="11857"/>
          <a:stretch/>
        </p:blipFill>
        <p:spPr>
          <a:xfrm>
            <a:off x="398705" y="0"/>
            <a:ext cx="5697291" cy="502177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b">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9017" y="4349578"/>
            <a:ext cx="6821182" cy="138472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804512D9-A095-4355-9551-356CB2C0D09E}"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CC5621C6-56CB-3166-B017-50A927415F64}"/>
              </a:ext>
            </a:extLst>
          </p:cNvPr>
          <p:cNvCxnSpPr>
            <a:cxnSpLocks/>
          </p:cNvCxnSpPr>
          <p:nvPr/>
        </p:nvCxnSpPr>
        <p:spPr>
          <a:xfrm>
            <a:off x="637839" y="4236969"/>
            <a:ext cx="0" cy="1384725"/>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397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02AE2374-EA36-E826-C9F3-73CD3978F48E}"/>
              </a:ext>
            </a:extLst>
          </p:cNvPr>
          <p:cNvPicPr>
            <a:picLocks noChangeAspect="1"/>
          </p:cNvPicPr>
          <p:nvPr/>
        </p:nvPicPr>
        <p:blipFill>
          <a:blip r:embed="rId2">
            <a:extLst>
              <a:ext uri="{28A0092B-C50C-407E-A947-70E740481C1C}">
                <a14:useLocalDpi xmlns:a14="http://schemas.microsoft.com/office/drawing/2010/main" val="0"/>
              </a:ext>
            </a:extLst>
          </a:blip>
          <a:srcRect r="6568" b="47295"/>
          <a:stretch/>
        </p:blipFill>
        <p:spPr>
          <a:xfrm>
            <a:off x="3701142" y="2068286"/>
            <a:ext cx="8490855" cy="478971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0323" y="4617138"/>
            <a:ext cx="6853511" cy="10149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AED07DE6-50D5-4B21-9405-DD62C0D4DC65}"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6E2B0C21-F380-74EA-96A8-0858FD0075A4}"/>
              </a:ext>
            </a:extLst>
          </p:cNvPr>
          <p:cNvCxnSpPr>
            <a:cxnSpLocks/>
          </p:cNvCxnSpPr>
          <p:nvPr/>
        </p:nvCxnSpPr>
        <p:spPr>
          <a:xfrm>
            <a:off x="755780" y="4492300"/>
            <a:ext cx="0" cy="112939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2124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17639-19C5-F877-6AAE-FF488C7936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72615" y="905615"/>
            <a:ext cx="5046770" cy="504677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888" y="1427162"/>
            <a:ext cx="9484224"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14850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C8E66873-82AB-4D6B-96C7-8222581A9F4D}"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7536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7D4B28D-BD47-8092-F202-DCD18D1BAE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198517"/>
            <a:ext cx="4438650" cy="4438650"/>
          </a:xfrm>
          <a:prstGeom prst="rect">
            <a:avLst/>
          </a:prstGeom>
        </p:spPr>
      </p:pic>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5/7/2025</a:t>
            </a:fld>
            <a:endParaRPr lang="en-US" dirty="0"/>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57236231-7728-F430-19B7-A4956EAFC196}"/>
              </a:ext>
            </a:extLst>
          </p:cNvPr>
          <p:cNvCxnSpPr/>
          <p:nvPr/>
        </p:nvCxnSpPr>
        <p:spPr>
          <a:xfrm>
            <a:off x="1450428" y="2522483"/>
            <a:ext cx="0" cy="26249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7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2" descr="A purple circle with black background&#10;&#10;AI-generated content may be incorrect.">
            <a:extLst>
              <a:ext uri="{FF2B5EF4-FFF2-40B4-BE49-F238E27FC236}">
                <a16:creationId xmlns:a16="http://schemas.microsoft.com/office/drawing/2014/main" id="{9ECA965F-086A-7B72-BC9F-EA4CF32BCAAD}"/>
              </a:ext>
            </a:extLst>
          </p:cNvPr>
          <p:cNvPicPr>
            <a:picLocks noChangeAspect="1"/>
          </p:cNvPicPr>
          <p:nvPr/>
        </p:nvPicPr>
        <p:blipFill>
          <a:blip r:embed="rId2">
            <a:extLst>
              <a:ext uri="{28A0092B-C50C-407E-A947-70E740481C1C}">
                <a14:useLocalDpi xmlns:a14="http://schemas.microsoft.com/office/drawing/2010/main" val="0"/>
              </a:ext>
            </a:extLst>
          </a:blip>
          <a:srcRect b="11502"/>
          <a:stretch/>
        </p:blipFill>
        <p:spPr>
          <a:xfrm>
            <a:off x="421566" y="1836225"/>
            <a:ext cx="5674434" cy="502177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869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pic>
        <p:nvPicPr>
          <p:cNvPr id="2" name="Picture 1" descr="A purple circle with black background&#10;&#10;AI-generated content may be incorrect.">
            <a:extLst>
              <a:ext uri="{FF2B5EF4-FFF2-40B4-BE49-F238E27FC236}">
                <a16:creationId xmlns:a16="http://schemas.microsoft.com/office/drawing/2014/main" id="{0B3EB36B-144D-A648-1BD5-DBEDDC79D093}"/>
              </a:ext>
            </a:extLst>
          </p:cNvPr>
          <p:cNvPicPr>
            <a:picLocks noChangeAspect="1"/>
          </p:cNvPicPr>
          <p:nvPr/>
        </p:nvPicPr>
        <p:blipFill>
          <a:blip r:embed="rId2">
            <a:extLst>
              <a:ext uri="{28A0092B-C50C-407E-A947-70E740481C1C}">
                <a14:useLocalDpi xmlns:a14="http://schemas.microsoft.com/office/drawing/2010/main" val="0"/>
              </a:ext>
            </a:extLst>
          </a:blip>
          <a:srcRect l="12178" b="16685"/>
          <a:stretch/>
        </p:blipFill>
        <p:spPr>
          <a:xfrm>
            <a:off x="0" y="2754087"/>
            <a:ext cx="4325917" cy="4103914"/>
          </a:xfrm>
          <a:prstGeom prst="rect">
            <a:avLst/>
          </a:prstGeom>
        </p:spPr>
      </p:pic>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47126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purple circle with black background&#10;&#10;AI-generated content may be incorrect.">
            <a:extLst>
              <a:ext uri="{FF2B5EF4-FFF2-40B4-BE49-F238E27FC236}">
                <a16:creationId xmlns:a16="http://schemas.microsoft.com/office/drawing/2014/main" id="{B90D1FE6-C620-8AEA-8E16-817F8F3005D7}"/>
              </a:ext>
            </a:extLst>
          </p:cNvPr>
          <p:cNvPicPr>
            <a:picLocks noChangeAspect="1"/>
          </p:cNvPicPr>
          <p:nvPr/>
        </p:nvPicPr>
        <p:blipFill>
          <a:blip r:embed="rId2">
            <a:extLst>
              <a:ext uri="{28A0092B-C50C-407E-A947-70E740481C1C}">
                <a14:useLocalDpi xmlns:a14="http://schemas.microsoft.com/office/drawing/2010/main" val="0"/>
              </a:ext>
            </a:extLst>
          </a:blip>
          <a:srcRect r="14905" b="19272"/>
          <a:stretch/>
        </p:blipFill>
        <p:spPr>
          <a:xfrm>
            <a:off x="7866083" y="2754085"/>
            <a:ext cx="4325917" cy="4103915"/>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47132" y="6529916"/>
            <a:ext cx="3284341" cy="328084"/>
          </a:xfrm>
          <a:prstGeom prst="rect">
            <a:avLst/>
          </a:prstGeom>
        </p:spPr>
        <p:txBody>
          <a:bodyPr/>
          <a:lstStyle/>
          <a:p>
            <a:fld id="{B75827B4-FD33-43BF-9F9D-5FEB6B504CD5}" type="datetime1">
              <a:rPr lang="en-US" smtClean="0"/>
              <a:t>5/7/2025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8192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14901" y="907302"/>
            <a:ext cx="4700219" cy="1808466"/>
          </a:xfrm>
        </p:spPr>
        <p:txBody>
          <a:bodyPr anchor="b">
            <a:normAutofit/>
          </a:bodyPr>
          <a:lstStyle>
            <a:lvl1pPr>
              <a:defRPr sz="4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76C507B-B242-4119-B1FF-3014636CAB61}"/>
              </a:ext>
            </a:extLst>
          </p:cNvPr>
          <p:cNvSpPr>
            <a:spLocks noGrp="1"/>
          </p:cNvSpPr>
          <p:nvPr>
            <p:ph type="pic" sz="quarter" idx="14"/>
          </p:nvPr>
        </p:nvSpPr>
        <p:spPr>
          <a:xfrm>
            <a:off x="358140" y="333756"/>
            <a:ext cx="5740908" cy="6190488"/>
          </a:xfrm>
          <a:custGeom>
            <a:avLst/>
            <a:gdLst>
              <a:gd name="connsiteX0" fmla="*/ 186643 w 5740908"/>
              <a:gd name="connsiteY0" fmla="*/ 0 h 6190488"/>
              <a:gd name="connsiteX1" fmla="*/ 5740908 w 5740908"/>
              <a:gd name="connsiteY1" fmla="*/ 0 h 6190488"/>
              <a:gd name="connsiteX2" fmla="*/ 5740908 w 5740908"/>
              <a:gd name="connsiteY2" fmla="*/ 6190488 h 6190488"/>
              <a:gd name="connsiteX3" fmla="*/ 186643 w 5740908"/>
              <a:gd name="connsiteY3" fmla="*/ 6190488 h 6190488"/>
              <a:gd name="connsiteX4" fmla="*/ 0 w 5740908"/>
              <a:gd name="connsiteY4" fmla="*/ 6003845 h 6190488"/>
              <a:gd name="connsiteX5" fmla="*/ 0 w 5740908"/>
              <a:gd name="connsiteY5" fmla="*/ 186643 h 6190488"/>
              <a:gd name="connsiteX6" fmla="*/ 186643 w 5740908"/>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0908" h="6190488">
                <a:moveTo>
                  <a:pt x="186643" y="0"/>
                </a:moveTo>
                <a:lnTo>
                  <a:pt x="5740908" y="0"/>
                </a:lnTo>
                <a:lnTo>
                  <a:pt x="5740908"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14901" y="2825496"/>
            <a:ext cx="4700219" cy="31252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a:extLst>
              <a:ext uri="{FF2B5EF4-FFF2-40B4-BE49-F238E27FC236}">
                <a16:creationId xmlns:a16="http://schemas.microsoft.com/office/drawing/2014/main" id="{168DD83C-D23D-6D82-F95D-3B845F07850D}"/>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5/7/2025</a:t>
            </a:fld>
            <a:endParaRPr lang="en-US" dirty="0"/>
          </a:p>
        </p:txBody>
      </p:sp>
      <p:sp>
        <p:nvSpPr>
          <p:cNvPr id="9" name="Footer Placeholder 5">
            <a:extLst>
              <a:ext uri="{FF2B5EF4-FFF2-40B4-BE49-F238E27FC236}">
                <a16:creationId xmlns:a16="http://schemas.microsoft.com/office/drawing/2014/main" id="{AE25BD38-48AE-AB7F-6C54-5CB0286457FC}"/>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10" name="Slide Number Placeholder 6">
            <a:extLst>
              <a:ext uri="{FF2B5EF4-FFF2-40B4-BE49-F238E27FC236}">
                <a16:creationId xmlns:a16="http://schemas.microsoft.com/office/drawing/2014/main" id="{E6A02DBF-D88B-3129-23EF-1ECA540096B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1" name="Rectangle: Rounded Corners 10">
            <a:extLst>
              <a:ext uri="{FF2B5EF4-FFF2-40B4-BE49-F238E27FC236}">
                <a16:creationId xmlns:a16="http://schemas.microsoft.com/office/drawing/2014/main" id="{F4855E23-77DB-A52C-BC0E-EF3C3F4A95C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5724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3B13B15A-B652-48F5-A365-F1C590938A4C}"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2359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BA0B4E8-F389-4DD5-B3EC-37E88D1AD78F}"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91329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A942A636-76C4-4EB1-A2CC-2ABF54421FE3}"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782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95B423A5-C243-487B-A652-39F00748165E}"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48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0430AD89-C002-420D-B2A6-406343AFF059}"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6583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0893" y="907303"/>
            <a:ext cx="10465073" cy="1132258"/>
          </a:xfrm>
        </p:spPr>
        <p:txBody>
          <a:bodyPr/>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60893" y="2367643"/>
            <a:ext cx="10465073" cy="35830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4BC6E8D4-25D1-4A44-BB87-23C6E7F03C94}"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8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21705" y="927238"/>
            <a:ext cx="6024894"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C62C8996-C286-B245-2F06-E6E33F9907E0}"/>
              </a:ext>
            </a:extLst>
          </p:cNvPr>
          <p:cNvSpPr>
            <a:spLocks noGrp="1"/>
          </p:cNvSpPr>
          <p:nvPr>
            <p:ph type="pic" sz="quarter" idx="13"/>
          </p:nvPr>
        </p:nvSpPr>
        <p:spPr>
          <a:xfrm>
            <a:off x="358140" y="333756"/>
            <a:ext cx="4435746" cy="6190488"/>
          </a:xfrm>
          <a:custGeom>
            <a:avLst/>
            <a:gdLst>
              <a:gd name="connsiteX0" fmla="*/ 186643 w 4435746"/>
              <a:gd name="connsiteY0" fmla="*/ 0 h 6190488"/>
              <a:gd name="connsiteX1" fmla="*/ 4435746 w 4435746"/>
              <a:gd name="connsiteY1" fmla="*/ 0 h 6190488"/>
              <a:gd name="connsiteX2" fmla="*/ 4435746 w 4435746"/>
              <a:gd name="connsiteY2" fmla="*/ 6190488 h 6190488"/>
              <a:gd name="connsiteX3" fmla="*/ 186643 w 4435746"/>
              <a:gd name="connsiteY3" fmla="*/ 6190488 h 6190488"/>
              <a:gd name="connsiteX4" fmla="*/ 0 w 4435746"/>
              <a:gd name="connsiteY4" fmla="*/ 6003845 h 6190488"/>
              <a:gd name="connsiteX5" fmla="*/ 0 w 4435746"/>
              <a:gd name="connsiteY5" fmla="*/ 186643 h 6190488"/>
              <a:gd name="connsiteX6" fmla="*/ 186643 w 4435746"/>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746" h="6190488">
                <a:moveTo>
                  <a:pt x="186643" y="0"/>
                </a:moveTo>
                <a:lnTo>
                  <a:pt x="4435746" y="0"/>
                </a:lnTo>
                <a:lnTo>
                  <a:pt x="4435746"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21704" y="2204566"/>
            <a:ext cx="6004263" cy="376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21704" y="6529914"/>
            <a:ext cx="3554817" cy="328085"/>
          </a:xfrm>
          <a:prstGeom prst="rect">
            <a:avLst/>
          </a:prstGeom>
        </p:spPr>
        <p:txBody>
          <a:bodyPr/>
          <a:lstStyle/>
          <a:p>
            <a:fld id="{78F868A0-EF2B-4F3B-A196-0BED12045750}" type="datetime1">
              <a:rPr lang="en-US" smtClean="0"/>
              <a:t>5/7/2025</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99886564-48A7-D356-B519-1753B487C99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8843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6037236"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59536" y="2202135"/>
            <a:ext cx="6037365" cy="3748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0EB951-12A5-039B-D658-D0E726B23825}"/>
              </a:ext>
            </a:extLst>
          </p:cNvPr>
          <p:cNvSpPr>
            <a:spLocks noGrp="1"/>
          </p:cNvSpPr>
          <p:nvPr>
            <p:ph type="pic" sz="quarter" idx="13"/>
          </p:nvPr>
        </p:nvSpPr>
        <p:spPr>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47132" y="6529916"/>
            <a:ext cx="3284341" cy="328085"/>
          </a:xfrm>
          <a:prstGeom prst="rect">
            <a:avLst/>
          </a:prstGeom>
        </p:spPr>
        <p:txBody>
          <a:bodyPr/>
          <a:lstStyle/>
          <a:p>
            <a:fld id="{3D127003-26EA-4E29-A915-6163B9A3B02A}" type="datetime1">
              <a:rPr lang="en-US" smtClean="0"/>
              <a:t>5/7/2025</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529916"/>
            <a:ext cx="2805405" cy="328084"/>
          </a:xfrm>
          <a:prstGeom prst="rect">
            <a:avLst/>
          </a:prstGeo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28ED8B4C-3B70-7229-7BC1-2CA7F422854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689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4995" y="912388"/>
            <a:ext cx="6800971" cy="932688"/>
          </a:xfrm>
        </p:spPr>
        <p:txBody>
          <a:bodyPr anchor="b"/>
          <a:lstStyle>
            <a:lvl1pPr>
              <a:defRPr sz="44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5D00EEA7-B56C-0FE1-DD57-6EA768316748}"/>
              </a:ext>
            </a:extLst>
          </p:cNvPr>
          <p:cNvSpPr>
            <a:spLocks noGrp="1"/>
          </p:cNvSpPr>
          <p:nvPr>
            <p:ph type="pic" sz="quarter" idx="13"/>
          </p:nvPr>
        </p:nvSpPr>
        <p:spPr>
          <a:xfrm>
            <a:off x="358140" y="333756"/>
            <a:ext cx="3665220" cy="6190488"/>
          </a:xfrm>
          <a:custGeom>
            <a:avLst/>
            <a:gdLst>
              <a:gd name="connsiteX0" fmla="*/ 186643 w 3665220"/>
              <a:gd name="connsiteY0" fmla="*/ 0 h 6190488"/>
              <a:gd name="connsiteX1" fmla="*/ 3665220 w 3665220"/>
              <a:gd name="connsiteY1" fmla="*/ 0 h 6190488"/>
              <a:gd name="connsiteX2" fmla="*/ 3665220 w 3665220"/>
              <a:gd name="connsiteY2" fmla="*/ 6190488 h 6190488"/>
              <a:gd name="connsiteX3" fmla="*/ 186643 w 3665220"/>
              <a:gd name="connsiteY3" fmla="*/ 6190488 h 6190488"/>
              <a:gd name="connsiteX4" fmla="*/ 0 w 3665220"/>
              <a:gd name="connsiteY4" fmla="*/ 6003845 h 6190488"/>
              <a:gd name="connsiteX5" fmla="*/ 0 w 3665220"/>
              <a:gd name="connsiteY5" fmla="*/ 186643 h 6190488"/>
              <a:gd name="connsiteX6" fmla="*/ 186643 w 366522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5220" h="6190488">
                <a:moveTo>
                  <a:pt x="186643" y="0"/>
                </a:moveTo>
                <a:lnTo>
                  <a:pt x="3665220" y="0"/>
                </a:lnTo>
                <a:lnTo>
                  <a:pt x="3665220"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2499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529916"/>
            <a:ext cx="3494314" cy="328084"/>
          </a:xfrm>
          <a:prstGeom prst="rect">
            <a:avLst/>
          </a:prstGeom>
        </p:spPr>
        <p:txBody>
          <a:bodyPr/>
          <a:lstStyle/>
          <a:p>
            <a:fld id="{FC8398B2-10D9-44F6-A6BD-93FBB0F2ED95}" type="datetime1">
              <a:rPr lang="en-US" smtClean="0"/>
              <a:t>5/7/2025</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42F2155E-50E7-C260-4CB2-28DE7F08650E}"/>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982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99AA6AA-9FAC-AA42-597B-AAAAEDA9E09F}"/>
              </a:ext>
            </a:extLst>
          </p:cNvPr>
          <p:cNvSpPr>
            <a:spLocks noGrp="1"/>
          </p:cNvSpPr>
          <p:nvPr>
            <p:ph type="title"/>
          </p:nvPr>
        </p:nvSpPr>
        <p:spPr>
          <a:xfrm>
            <a:off x="859536" y="912388"/>
            <a:ext cx="6800971" cy="932688"/>
          </a:xfrm>
        </p:spPr>
        <p:txBody>
          <a:bodyPr anchor="b"/>
          <a:lstStyle>
            <a:lvl1pPr>
              <a:defRPr sz="44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5F8572EB-0F19-5157-1262-D70FB246A99A}"/>
              </a:ext>
            </a:extLst>
          </p:cNvPr>
          <p:cNvSpPr>
            <a:spLocks noGrp="1"/>
          </p:cNvSpPr>
          <p:nvPr>
            <p:ph sz="quarter" idx="14"/>
          </p:nvPr>
        </p:nvSpPr>
        <p:spPr>
          <a:xfrm>
            <a:off x="85953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1B842C4E-40FF-AB86-90DD-9230239CDAA9}"/>
              </a:ext>
            </a:extLst>
          </p:cNvPr>
          <p:cNvSpPr>
            <a:spLocks noGrp="1"/>
          </p:cNvSpPr>
          <p:nvPr>
            <p:ph type="pic" sz="quarter" idx="13"/>
          </p:nvPr>
        </p:nvSpPr>
        <p:spPr>
          <a:xfrm>
            <a:off x="8091732" y="333756"/>
            <a:ext cx="3742128" cy="6190488"/>
          </a:xfrm>
          <a:custGeom>
            <a:avLst/>
            <a:gdLst>
              <a:gd name="connsiteX0" fmla="*/ 0 w 3742128"/>
              <a:gd name="connsiteY0" fmla="*/ 0 h 6190488"/>
              <a:gd name="connsiteX1" fmla="*/ 3555485 w 3742128"/>
              <a:gd name="connsiteY1" fmla="*/ 0 h 6190488"/>
              <a:gd name="connsiteX2" fmla="*/ 3742128 w 3742128"/>
              <a:gd name="connsiteY2" fmla="*/ 186643 h 6190488"/>
              <a:gd name="connsiteX3" fmla="*/ 3742128 w 3742128"/>
              <a:gd name="connsiteY3" fmla="*/ 6003845 h 6190488"/>
              <a:gd name="connsiteX4" fmla="*/ 3555485 w 3742128"/>
              <a:gd name="connsiteY4" fmla="*/ 6190488 h 6190488"/>
              <a:gd name="connsiteX5" fmla="*/ 0 w 3742128"/>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128" h="6190488">
                <a:moveTo>
                  <a:pt x="0" y="0"/>
                </a:moveTo>
                <a:lnTo>
                  <a:pt x="3555485" y="0"/>
                </a:lnTo>
                <a:cubicBezTo>
                  <a:pt x="3658565" y="0"/>
                  <a:pt x="3742128" y="83563"/>
                  <a:pt x="3742128" y="186643"/>
                </a:cubicBezTo>
                <a:lnTo>
                  <a:pt x="3742128" y="6003845"/>
                </a:lnTo>
                <a:cubicBezTo>
                  <a:pt x="3742128" y="6106925"/>
                  <a:pt x="3658565" y="6190488"/>
                  <a:pt x="3555485"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47132" y="6529916"/>
            <a:ext cx="3284341" cy="328084"/>
          </a:xfrm>
          <a:prstGeom prst="rect">
            <a:avLst/>
          </a:prstGeom>
        </p:spPr>
        <p:txBody>
          <a:bodyPr/>
          <a:lstStyle/>
          <a:p>
            <a:fld id="{DCAE8F83-67FA-404A-B769-CAB4959C0FA7}" type="datetime1">
              <a:rPr lang="en-US" smtClean="0"/>
              <a:t>5/7/2025</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635E0701-D961-E590-72A4-CFE60A942FB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45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5B410A-8F1F-C41B-C2EA-3ADD36BB7D5B}"/>
              </a:ext>
            </a:extLst>
          </p:cNvPr>
          <p:cNvSpPr>
            <a:spLocks noGrp="1"/>
          </p:cNvSpPr>
          <p:nvPr>
            <p:ph type="title"/>
          </p:nvPr>
        </p:nvSpPr>
        <p:spPr>
          <a:xfrm>
            <a:off x="7053972" y="907302"/>
            <a:ext cx="4361688" cy="1386965"/>
          </a:xfrm>
        </p:spPr>
        <p:txBody>
          <a:bodyPr anchor="t"/>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3675BA77-EBBB-9336-6E26-E6A278DEC64C}"/>
              </a:ext>
            </a:extLst>
          </p:cNvPr>
          <p:cNvSpPr>
            <a:spLocks noGrp="1"/>
          </p:cNvSpPr>
          <p:nvPr>
            <p:ph type="pic" sz="quarter" idx="13"/>
          </p:nvPr>
        </p:nvSpPr>
        <p:spPr>
          <a:xfrm>
            <a:off x="358140" y="333756"/>
            <a:ext cx="6253369" cy="6190488"/>
          </a:xfrm>
          <a:custGeom>
            <a:avLst/>
            <a:gdLst>
              <a:gd name="connsiteX0" fmla="*/ 186643 w 6253369"/>
              <a:gd name="connsiteY0" fmla="*/ 0 h 6190488"/>
              <a:gd name="connsiteX1" fmla="*/ 6253369 w 6253369"/>
              <a:gd name="connsiteY1" fmla="*/ 0 h 6190488"/>
              <a:gd name="connsiteX2" fmla="*/ 6253369 w 6253369"/>
              <a:gd name="connsiteY2" fmla="*/ 6190488 h 6190488"/>
              <a:gd name="connsiteX3" fmla="*/ 186643 w 6253369"/>
              <a:gd name="connsiteY3" fmla="*/ 6190488 h 6190488"/>
              <a:gd name="connsiteX4" fmla="*/ 0 w 6253369"/>
              <a:gd name="connsiteY4" fmla="*/ 6003845 h 6190488"/>
              <a:gd name="connsiteX5" fmla="*/ 0 w 6253369"/>
              <a:gd name="connsiteY5" fmla="*/ 186643 h 6190488"/>
              <a:gd name="connsiteX6" fmla="*/ 186643 w 6253369"/>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369" h="6190488">
                <a:moveTo>
                  <a:pt x="186643" y="0"/>
                </a:moveTo>
                <a:lnTo>
                  <a:pt x="6253369" y="0"/>
                </a:lnTo>
                <a:lnTo>
                  <a:pt x="6253369"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9" name="Content Placeholder 7">
            <a:extLst>
              <a:ext uri="{FF2B5EF4-FFF2-40B4-BE49-F238E27FC236}">
                <a16:creationId xmlns:a16="http://schemas.microsoft.com/office/drawing/2014/main" id="{CFD057C1-E5F9-48C1-C100-98561B816AC5}"/>
              </a:ext>
            </a:extLst>
          </p:cNvPr>
          <p:cNvSpPr>
            <a:spLocks noGrp="1"/>
          </p:cNvSpPr>
          <p:nvPr>
            <p:ph sz="quarter" idx="14"/>
          </p:nvPr>
        </p:nvSpPr>
        <p:spPr>
          <a:xfrm>
            <a:off x="7053972"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EA9C6C39-F32F-7B92-4B04-DE603E8CAB22}"/>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11419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6C6B2973-B39B-795B-C998-BD99945AC58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223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06E528-2C9F-FF0A-C704-D5311E88B5CA}"/>
              </a:ext>
            </a:extLst>
          </p:cNvPr>
          <p:cNvSpPr>
            <a:spLocks noGrp="1"/>
          </p:cNvSpPr>
          <p:nvPr>
            <p:ph type="title"/>
          </p:nvPr>
        </p:nvSpPr>
        <p:spPr>
          <a:xfrm>
            <a:off x="6882554" y="905256"/>
            <a:ext cx="4572000" cy="932688"/>
          </a:xfrm>
        </p:spPr>
        <p:txBody>
          <a:bodyPr anchor="b"/>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98AE6960-1685-F3C4-C297-F7D9C123BDA2}"/>
              </a:ext>
            </a:extLst>
          </p:cNvPr>
          <p:cNvSpPr>
            <a:spLocks noGrp="1"/>
          </p:cNvSpPr>
          <p:nvPr>
            <p:ph type="pic" sz="quarter" idx="13"/>
          </p:nvPr>
        </p:nvSpPr>
        <p:spPr>
          <a:xfrm>
            <a:off x="358956" y="338328"/>
            <a:ext cx="6129344" cy="6181344"/>
          </a:xfrm>
          <a:custGeom>
            <a:avLst/>
            <a:gdLst>
              <a:gd name="connsiteX0" fmla="*/ 186368 w 6129344"/>
              <a:gd name="connsiteY0" fmla="*/ 0 h 6181344"/>
              <a:gd name="connsiteX1" fmla="*/ 6129344 w 6129344"/>
              <a:gd name="connsiteY1" fmla="*/ 0 h 6181344"/>
              <a:gd name="connsiteX2" fmla="*/ 6129344 w 6129344"/>
              <a:gd name="connsiteY2" fmla="*/ 6181344 h 6181344"/>
              <a:gd name="connsiteX3" fmla="*/ 186368 w 6129344"/>
              <a:gd name="connsiteY3" fmla="*/ 6181344 h 6181344"/>
              <a:gd name="connsiteX4" fmla="*/ 0 w 6129344"/>
              <a:gd name="connsiteY4" fmla="*/ 5994976 h 6181344"/>
              <a:gd name="connsiteX5" fmla="*/ 0 w 6129344"/>
              <a:gd name="connsiteY5" fmla="*/ 186368 h 6181344"/>
              <a:gd name="connsiteX6" fmla="*/ 186368 w 6129344"/>
              <a:gd name="connsiteY6" fmla="*/ 0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44" h="6181344">
                <a:moveTo>
                  <a:pt x="186368" y="0"/>
                </a:moveTo>
                <a:lnTo>
                  <a:pt x="6129344" y="0"/>
                </a:lnTo>
                <a:lnTo>
                  <a:pt x="6129344" y="6181344"/>
                </a:lnTo>
                <a:lnTo>
                  <a:pt x="186368" y="6181344"/>
                </a:lnTo>
                <a:cubicBezTo>
                  <a:pt x="83440" y="6181344"/>
                  <a:pt x="0" y="6097904"/>
                  <a:pt x="0" y="5994976"/>
                </a:cubicBezTo>
                <a:lnTo>
                  <a:pt x="0" y="186368"/>
                </a:lnTo>
                <a:cubicBezTo>
                  <a:pt x="0" y="83440"/>
                  <a:pt x="83440" y="0"/>
                  <a:pt x="186368"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10" name="Content Placeholder 7">
            <a:extLst>
              <a:ext uri="{FF2B5EF4-FFF2-40B4-BE49-F238E27FC236}">
                <a16:creationId xmlns:a16="http://schemas.microsoft.com/office/drawing/2014/main" id="{F131C32E-547E-EA2F-5C03-0FE106459545}"/>
              </a:ext>
            </a:extLst>
          </p:cNvPr>
          <p:cNvSpPr>
            <a:spLocks noGrp="1"/>
          </p:cNvSpPr>
          <p:nvPr>
            <p:ph sz="quarter" idx="14"/>
          </p:nvPr>
        </p:nvSpPr>
        <p:spPr>
          <a:xfrm>
            <a:off x="6882554"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529916"/>
            <a:ext cx="1772029" cy="328084"/>
          </a:xfrm>
          <a:prstGeom prst="rect">
            <a:avLst/>
          </a:prstGeom>
        </p:spPr>
        <p:txBody>
          <a:bodyPr/>
          <a:lstStyle>
            <a:lvl1pPr>
              <a:defRPr>
                <a:solidFill>
                  <a:schemeClr val="tx1"/>
                </a:solidFill>
                <a:effectLst/>
              </a:defRPr>
            </a:lvl1pPr>
          </a:lstStyle>
          <a:p>
            <a:fld id="{9DA120D7-D319-4C08-8AC1-3F29C25825B5}"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3BBCC467-E248-3764-B263-C14CD99457D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232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4572000"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4E3331A2-CF3B-E998-CF70-4A75C30A9245}"/>
              </a:ext>
            </a:extLst>
          </p:cNvPr>
          <p:cNvSpPr>
            <a:spLocks noGrp="1"/>
          </p:cNvSpPr>
          <p:nvPr>
            <p:ph type="pic" sz="quarter" idx="13"/>
          </p:nvPr>
        </p:nvSpPr>
        <p:spPr>
          <a:xfrm>
            <a:off x="5917720" y="333756"/>
            <a:ext cx="5916140" cy="6190488"/>
          </a:xfrm>
          <a:custGeom>
            <a:avLst/>
            <a:gdLst>
              <a:gd name="connsiteX0" fmla="*/ 0 w 5916140"/>
              <a:gd name="connsiteY0" fmla="*/ 0 h 6190488"/>
              <a:gd name="connsiteX1" fmla="*/ 5729497 w 5916140"/>
              <a:gd name="connsiteY1" fmla="*/ 0 h 6190488"/>
              <a:gd name="connsiteX2" fmla="*/ 5916140 w 5916140"/>
              <a:gd name="connsiteY2" fmla="*/ 186643 h 6190488"/>
              <a:gd name="connsiteX3" fmla="*/ 5916140 w 5916140"/>
              <a:gd name="connsiteY3" fmla="*/ 6003845 h 6190488"/>
              <a:gd name="connsiteX4" fmla="*/ 5729497 w 5916140"/>
              <a:gd name="connsiteY4" fmla="*/ 6190488 h 6190488"/>
              <a:gd name="connsiteX5" fmla="*/ 0 w 591614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16140" h="6190488">
                <a:moveTo>
                  <a:pt x="0" y="0"/>
                </a:moveTo>
                <a:lnTo>
                  <a:pt x="5729497" y="0"/>
                </a:lnTo>
                <a:cubicBezTo>
                  <a:pt x="5832577" y="0"/>
                  <a:pt x="5916140" y="83563"/>
                  <a:pt x="5916140" y="186643"/>
                </a:cubicBezTo>
                <a:lnTo>
                  <a:pt x="5916140" y="6003845"/>
                </a:lnTo>
                <a:cubicBezTo>
                  <a:pt x="5916140" y="6106925"/>
                  <a:pt x="5832577" y="6190488"/>
                  <a:pt x="572949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2031073" cy="328084"/>
          </a:xfrm>
          <a:prstGeom prst="rect">
            <a:avLst/>
          </a:prstGeom>
        </p:spPr>
        <p:txBody>
          <a:bodyPr/>
          <a:lstStyle/>
          <a:p>
            <a:fld id="{EBEC7127-1401-4DC9-A2BE-769D7BC81B47}"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441A81A3-09AD-4886-CA58-1C5308FB34ED}"/>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1394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03044" y="907299"/>
            <a:ext cx="3222923" cy="1203162"/>
          </a:xfrm>
        </p:spPr>
        <p:txBody>
          <a:bodyPr anchor="b">
            <a:normAutofit/>
          </a:bodyPr>
          <a:lstStyle>
            <a:lvl1pPr>
              <a:defRPr sz="3200"/>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26FC952-7E45-FC54-E540-F375172C0E20}"/>
              </a:ext>
            </a:extLst>
          </p:cNvPr>
          <p:cNvSpPr>
            <a:spLocks noGrp="1"/>
          </p:cNvSpPr>
          <p:nvPr>
            <p:ph type="pic" sz="quarter" idx="13"/>
          </p:nvPr>
        </p:nvSpPr>
        <p:spPr>
          <a:xfrm>
            <a:off x="358140" y="333756"/>
            <a:ext cx="7226004" cy="6190488"/>
          </a:xfrm>
          <a:custGeom>
            <a:avLst/>
            <a:gdLst>
              <a:gd name="connsiteX0" fmla="*/ 186643 w 7226004"/>
              <a:gd name="connsiteY0" fmla="*/ 0 h 6190488"/>
              <a:gd name="connsiteX1" fmla="*/ 7226004 w 7226004"/>
              <a:gd name="connsiteY1" fmla="*/ 0 h 6190488"/>
              <a:gd name="connsiteX2" fmla="*/ 7226004 w 7226004"/>
              <a:gd name="connsiteY2" fmla="*/ 6190488 h 6190488"/>
              <a:gd name="connsiteX3" fmla="*/ 186643 w 7226004"/>
              <a:gd name="connsiteY3" fmla="*/ 6190488 h 6190488"/>
              <a:gd name="connsiteX4" fmla="*/ 0 w 7226004"/>
              <a:gd name="connsiteY4" fmla="*/ 6003845 h 6190488"/>
              <a:gd name="connsiteX5" fmla="*/ 0 w 7226004"/>
              <a:gd name="connsiteY5" fmla="*/ 186643 h 6190488"/>
              <a:gd name="connsiteX6" fmla="*/ 186643 w 7226004"/>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004" h="6190488">
                <a:moveTo>
                  <a:pt x="186643" y="0"/>
                </a:moveTo>
                <a:lnTo>
                  <a:pt x="7226004" y="0"/>
                </a:lnTo>
                <a:lnTo>
                  <a:pt x="7226004"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03044" y="2240265"/>
            <a:ext cx="3222923" cy="371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03044" y="6529915"/>
            <a:ext cx="922372" cy="328084"/>
          </a:xfrm>
          <a:prstGeom prst="rect">
            <a:avLst/>
          </a:prstGeom>
        </p:spPr>
        <p:txBody>
          <a:bodyPr/>
          <a:lstStyle/>
          <a:p>
            <a:fld id="{16B7840A-2968-4A25-82F8-DF7BABF97BC1}" type="datetime1">
              <a:rPr lang="en-US" smtClean="0"/>
              <a:t>5/7/2025</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025417" y="6529915"/>
            <a:ext cx="2390244"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DCB9005A-8E92-C720-BABE-52545C043BA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3472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299"/>
            <a:ext cx="3351329" cy="1203161"/>
          </a:xfrm>
        </p:spPr>
        <p:txBody>
          <a:bodyPr anchor="b">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244789"/>
            <a:ext cx="3351329" cy="3705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93031C5B-201F-65FC-977A-E04E980A8D1F}"/>
              </a:ext>
            </a:extLst>
          </p:cNvPr>
          <p:cNvSpPr>
            <a:spLocks noGrp="1"/>
          </p:cNvSpPr>
          <p:nvPr>
            <p:ph type="pic" sz="quarter" idx="13"/>
          </p:nvPr>
        </p:nvSpPr>
        <p:spPr>
          <a:xfrm>
            <a:off x="4761780" y="333756"/>
            <a:ext cx="7072080" cy="6190488"/>
          </a:xfrm>
          <a:custGeom>
            <a:avLst/>
            <a:gdLst>
              <a:gd name="connsiteX0" fmla="*/ 0 w 7072080"/>
              <a:gd name="connsiteY0" fmla="*/ 0 h 6190488"/>
              <a:gd name="connsiteX1" fmla="*/ 6885437 w 7072080"/>
              <a:gd name="connsiteY1" fmla="*/ 0 h 6190488"/>
              <a:gd name="connsiteX2" fmla="*/ 7072080 w 7072080"/>
              <a:gd name="connsiteY2" fmla="*/ 186643 h 6190488"/>
              <a:gd name="connsiteX3" fmla="*/ 7072080 w 7072080"/>
              <a:gd name="connsiteY3" fmla="*/ 6003845 h 6190488"/>
              <a:gd name="connsiteX4" fmla="*/ 6885437 w 7072080"/>
              <a:gd name="connsiteY4" fmla="*/ 6190488 h 6190488"/>
              <a:gd name="connsiteX5" fmla="*/ 0 w 707208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2080" h="6190488">
                <a:moveTo>
                  <a:pt x="0" y="0"/>
                </a:moveTo>
                <a:lnTo>
                  <a:pt x="6885437" y="0"/>
                </a:lnTo>
                <a:cubicBezTo>
                  <a:pt x="6988517" y="0"/>
                  <a:pt x="7072080" y="83563"/>
                  <a:pt x="7072080" y="186643"/>
                </a:cubicBezTo>
                <a:lnTo>
                  <a:pt x="7072080" y="6003845"/>
                </a:lnTo>
                <a:cubicBezTo>
                  <a:pt x="7072080" y="6106925"/>
                  <a:pt x="6988517" y="6190488"/>
                  <a:pt x="688543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1067625" cy="328084"/>
          </a:xfrm>
          <a:prstGeom prst="rect">
            <a:avLst/>
          </a:prstGeom>
        </p:spPr>
        <p:txBody>
          <a:bodyPr/>
          <a:lstStyle/>
          <a:p>
            <a:fld id="{E2ABEC49-741E-472F-866C-AE933A56DB01}"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75A9B769-FEAE-2962-E26F-2A44DC7B32A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36238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00265" y="907300"/>
            <a:ext cx="3025702" cy="2114466"/>
          </a:xfrm>
        </p:spPr>
        <p:txBody>
          <a:bodyPr anchor="b"/>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D58BC462-E794-03C0-9112-F7F3BCEED143}"/>
              </a:ext>
            </a:extLst>
          </p:cNvPr>
          <p:cNvSpPr>
            <a:spLocks noGrp="1"/>
          </p:cNvSpPr>
          <p:nvPr>
            <p:ph type="pic" sz="quarter" idx="13"/>
          </p:nvPr>
        </p:nvSpPr>
        <p:spPr>
          <a:xfrm>
            <a:off x="358140" y="333756"/>
            <a:ext cx="7423225" cy="6190488"/>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00265" y="3156095"/>
            <a:ext cx="3025702" cy="27945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529915"/>
            <a:ext cx="1003659" cy="328084"/>
          </a:xfrm>
          <a:prstGeom prst="rect">
            <a:avLst/>
          </a:prstGeom>
        </p:spPr>
        <p:txBody>
          <a:bodyPr/>
          <a:lstStyle>
            <a:lvl1pPr>
              <a:defRPr>
                <a:solidFill>
                  <a:schemeClr val="tx1"/>
                </a:solidFill>
                <a:effectLst/>
              </a:defRPr>
            </a:lvl1pPr>
          </a:lstStyle>
          <a:p>
            <a:fld id="{CB6BE5AC-BF33-4FE2-ADBE-F1A4AA52AA84}"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529915"/>
            <a:ext cx="2068899"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4" name="Rectangle: Rounded Corners 3">
            <a:extLst>
              <a:ext uri="{FF2B5EF4-FFF2-40B4-BE49-F238E27FC236}">
                <a16:creationId xmlns:a16="http://schemas.microsoft.com/office/drawing/2014/main" id="{B3CB8547-3131-E62F-78BD-1E2AB8979C91}"/>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8644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851A88DF-44ED-436B-99D1-0B8CC5A92D9A}"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06465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BEC9FA1C-AA60-4CCE-B788-3849E413B634}"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fld id="{401AF4C7-240F-4AB8-A2FA-D99DF3F7CE1C}"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dirty="0"/>
              <a:t>Click icon to add picture</a:t>
            </a:r>
          </a:p>
        </p:txBody>
      </p:sp>
    </p:spTree>
    <p:extLst>
      <p:ext uri="{BB962C8B-B14F-4D97-AF65-F5344CB8AC3E}">
        <p14:creationId xmlns:p14="http://schemas.microsoft.com/office/powerpoint/2010/main" val="2525664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707AF85-94F0-A688-031E-5C9B12E7DA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6" y="1810322"/>
            <a:ext cx="4547183" cy="4444173"/>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0FEB7308-4C28-B462-9DD9-8D821D48BBBA}"/>
              </a:ext>
            </a:extLst>
          </p:cNvPr>
          <p:cNvSpPr>
            <a:spLocks noGrp="1"/>
          </p:cNvSpPr>
          <p:nvPr>
            <p:ph type="pic" sz="quarter" idx="16"/>
          </p:nvPr>
        </p:nvSpPr>
        <p:spPr>
          <a:xfrm>
            <a:off x="898331" y="2044501"/>
            <a:ext cx="3975817" cy="3975817"/>
          </a:xfrm>
          <a:custGeom>
            <a:avLst/>
            <a:gdLst>
              <a:gd name="connsiteX0" fmla="*/ 1987909 w 3975817"/>
              <a:gd name="connsiteY0" fmla="*/ 0 h 3975817"/>
              <a:gd name="connsiteX1" fmla="*/ 3975817 w 3975817"/>
              <a:gd name="connsiteY1" fmla="*/ 1987909 h 3975817"/>
              <a:gd name="connsiteX2" fmla="*/ 1987909 w 3975817"/>
              <a:gd name="connsiteY2" fmla="*/ 3975817 h 3975817"/>
              <a:gd name="connsiteX3" fmla="*/ 0 w 3975817"/>
              <a:gd name="connsiteY3" fmla="*/ 1987909 h 3975817"/>
              <a:gd name="connsiteX4" fmla="*/ 1987909 w 3975817"/>
              <a:gd name="connsiteY4" fmla="*/ 0 h 397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817" h="3975817">
                <a:moveTo>
                  <a:pt x="1987909" y="0"/>
                </a:moveTo>
                <a:cubicBezTo>
                  <a:pt x="3085800" y="0"/>
                  <a:pt x="3975817" y="890017"/>
                  <a:pt x="3975817" y="1987909"/>
                </a:cubicBezTo>
                <a:cubicBezTo>
                  <a:pt x="3975817" y="3085800"/>
                  <a:pt x="3085800" y="3975817"/>
                  <a:pt x="1987909" y="3975817"/>
                </a:cubicBezTo>
                <a:cubicBezTo>
                  <a:pt x="890017" y="3975817"/>
                  <a:pt x="0" y="3085800"/>
                  <a:pt x="0" y="1987909"/>
                </a:cubicBezTo>
                <a:cubicBezTo>
                  <a:pt x="0" y="890017"/>
                  <a:pt x="890017" y="0"/>
                  <a:pt x="1987909"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96000" y="1828800"/>
            <a:ext cx="5483355"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387AD299-DE61-4CBB-BC93-03EDAFFAD605}"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7120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BFD4E-5044-9769-5E8F-5BEC1C2A21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8" y="2271376"/>
            <a:ext cx="4155294" cy="40611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D4DA44E7-3265-78D1-59E3-AEFDF6112DD6}"/>
              </a:ext>
            </a:extLst>
          </p:cNvPr>
          <p:cNvSpPr>
            <a:spLocks noGrp="1"/>
          </p:cNvSpPr>
          <p:nvPr>
            <p:ph type="pic" sz="quarter" idx="16"/>
          </p:nvPr>
        </p:nvSpPr>
        <p:spPr>
          <a:xfrm>
            <a:off x="873710" y="2485372"/>
            <a:ext cx="3633170" cy="3633170"/>
          </a:xfrm>
          <a:custGeom>
            <a:avLst/>
            <a:gdLst>
              <a:gd name="connsiteX0" fmla="*/ 1816585 w 3633170"/>
              <a:gd name="connsiteY0" fmla="*/ 0 h 3633170"/>
              <a:gd name="connsiteX1" fmla="*/ 3633170 w 3633170"/>
              <a:gd name="connsiteY1" fmla="*/ 1816585 h 3633170"/>
              <a:gd name="connsiteX2" fmla="*/ 1816585 w 3633170"/>
              <a:gd name="connsiteY2" fmla="*/ 3633170 h 3633170"/>
              <a:gd name="connsiteX3" fmla="*/ 0 w 3633170"/>
              <a:gd name="connsiteY3" fmla="*/ 1816585 h 3633170"/>
              <a:gd name="connsiteX4" fmla="*/ 1816585 w 3633170"/>
              <a:gd name="connsiteY4" fmla="*/ 0 h 3633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3170" h="3633170">
                <a:moveTo>
                  <a:pt x="1816585" y="0"/>
                </a:moveTo>
                <a:cubicBezTo>
                  <a:pt x="2819857" y="0"/>
                  <a:pt x="3633170" y="813313"/>
                  <a:pt x="3633170" y="1816585"/>
                </a:cubicBezTo>
                <a:cubicBezTo>
                  <a:pt x="3633170" y="2819857"/>
                  <a:pt x="2819857" y="3633170"/>
                  <a:pt x="1816585" y="3633170"/>
                </a:cubicBezTo>
                <a:cubicBezTo>
                  <a:pt x="813313" y="3633170"/>
                  <a:pt x="0" y="2819857"/>
                  <a:pt x="0" y="1816585"/>
                </a:cubicBezTo>
                <a:cubicBezTo>
                  <a:pt x="0" y="813313"/>
                  <a:pt x="813313" y="0"/>
                  <a:pt x="1816585"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FB9632C8-AF7D-4924-8414-5F0F98946906}"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6829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50B4B-78CB-E542-02D9-864CE61BF8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7715" y="2311121"/>
            <a:ext cx="4085820" cy="39932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AA5E0D2B-AF9D-6520-DEF7-6EF60AC4660E}"/>
              </a:ext>
            </a:extLst>
          </p:cNvPr>
          <p:cNvSpPr>
            <a:spLocks noGrp="1"/>
          </p:cNvSpPr>
          <p:nvPr>
            <p:ph type="pic" sz="quarter" idx="16"/>
          </p:nvPr>
        </p:nvSpPr>
        <p:spPr>
          <a:xfrm>
            <a:off x="694412" y="2521539"/>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CB60CA09-D196-4E75-A4BA-F561F149C1FC}"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26141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5626D2-80B1-31C0-8C4C-03AEBF6B45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35066" y="2105276"/>
            <a:ext cx="4085820" cy="3993262"/>
          </a:xfrm>
          <a:prstGeom prst="rect">
            <a:avLst/>
          </a:prstGeom>
        </p:spPr>
      </p:pic>
      <p:sp>
        <p:nvSpPr>
          <p:cNvPr id="17" name="Title 1">
            <a:extLst>
              <a:ext uri="{FF2B5EF4-FFF2-40B4-BE49-F238E27FC236}">
                <a16:creationId xmlns:a16="http://schemas.microsoft.com/office/drawing/2014/main" id="{FB8AD6A1-C215-DFF8-ECFA-D092D628B627}"/>
              </a:ext>
            </a:extLst>
          </p:cNvPr>
          <p:cNvSpPr>
            <a:spLocks noGrp="1"/>
          </p:cNvSpPr>
          <p:nvPr>
            <p:ph type="title"/>
          </p:nvPr>
        </p:nvSpPr>
        <p:spPr>
          <a:xfrm>
            <a:off x="612647" y="907303"/>
            <a:ext cx="10966706" cy="1132258"/>
          </a:xfrm>
        </p:spPr>
        <p:txBody>
          <a:bodyPr/>
          <a:lstStyle>
            <a:lvl1pPr>
              <a:defRPr>
                <a:latin typeface="+mj-lt"/>
              </a:defRPr>
            </a:lvl1pPr>
          </a:lstStyle>
          <a:p>
            <a:r>
              <a:rPr lang="en-US" dirty="0"/>
              <a:t>Click to edit Master title style</a:t>
            </a:r>
          </a:p>
        </p:txBody>
      </p:sp>
      <p:sp>
        <p:nvSpPr>
          <p:cNvPr id="15" name="Text Placeholder 3">
            <a:extLst>
              <a:ext uri="{FF2B5EF4-FFF2-40B4-BE49-F238E27FC236}">
                <a16:creationId xmlns:a16="http://schemas.microsoft.com/office/drawing/2014/main" id="{2F6745D6-F853-FF75-28EF-2DD864956FC7}"/>
              </a:ext>
            </a:extLst>
          </p:cNvPr>
          <p:cNvSpPr>
            <a:spLocks noGrp="1"/>
          </p:cNvSpPr>
          <p:nvPr>
            <p:ph type="body" sz="half" idx="2"/>
          </p:nvPr>
        </p:nvSpPr>
        <p:spPr>
          <a:xfrm>
            <a:off x="612647" y="2311121"/>
            <a:ext cx="6158266" cy="3993262"/>
          </a:xfrm>
        </p:spPr>
        <p:txBody>
          <a:bodyPr anchor="t">
            <a:normAutofit/>
          </a:bodyPr>
          <a:lstStyle>
            <a:lvl1pPr marL="0" indent="0">
              <a:buNone/>
              <a:defRPr sz="14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D366C839-A25F-2CB3-40B9-811BB4C75134}"/>
              </a:ext>
            </a:extLst>
          </p:cNvPr>
          <p:cNvSpPr>
            <a:spLocks noGrp="1"/>
          </p:cNvSpPr>
          <p:nvPr>
            <p:ph type="pic" sz="quarter" idx="15"/>
          </p:nvPr>
        </p:nvSpPr>
        <p:spPr>
          <a:xfrm>
            <a:off x="7591763" y="2315694"/>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E44CA941-2112-4108-B577-DDB22688A338}"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5137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5/7/2025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921128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967907A-96CA-89D9-9FD8-C85BFFEAF6EB}"/>
              </a:ext>
            </a:extLst>
          </p:cNvPr>
          <p:cNvSpPr>
            <a:spLocks noGrp="1"/>
          </p:cNvSpPr>
          <p:nvPr>
            <p:ph type="title"/>
          </p:nvPr>
        </p:nvSpPr>
        <p:spPr>
          <a:xfrm>
            <a:off x="860316" y="4421770"/>
            <a:ext cx="10499656" cy="1528927"/>
          </a:xfrm>
        </p:spPr>
        <p:txBody>
          <a:bodyPr>
            <a:normAutofit/>
          </a:bodyPr>
          <a:lstStyle>
            <a:lvl1pPr algn="l">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824A94E6-CFC2-45CB-1F4E-C00A6DA2F700}"/>
              </a:ext>
            </a:extLst>
          </p:cNvPr>
          <p:cNvSpPr>
            <a:spLocks noGrp="1"/>
          </p:cNvSpPr>
          <p:nvPr>
            <p:ph sz="quarter" idx="13" hasCustomPrompt="1"/>
          </p:nvPr>
        </p:nvSpPr>
        <p:spPr>
          <a:xfrm>
            <a:off x="866336" y="1330310"/>
            <a:ext cx="10499656" cy="3273331"/>
          </a:xfrm>
        </p:spPr>
        <p:txBody>
          <a:bodyPr anchor="b">
            <a:normAutofit/>
          </a:bodyPr>
          <a:lstStyle>
            <a:lvl1pPr marL="0" indent="0" algn="l">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C3619648-D57F-48C1-8026-D656192BFCE5}" type="datetime1">
              <a:rPr lang="en-US" smtClean="0"/>
              <a:t>5/7/2025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9" name="Rectangle: Rounded Corners 8">
            <a:extLst>
              <a:ext uri="{FF2B5EF4-FFF2-40B4-BE49-F238E27FC236}">
                <a16:creationId xmlns:a16="http://schemas.microsoft.com/office/drawing/2014/main" id="{FA1F52FC-EB68-58F2-85B1-6235B55362A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78387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04120"/>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D7688EBA-E81D-4EC6-8C2B-03A401A980DE}" type="datetime1">
              <a:rPr lang="en-US" smtClean="0"/>
              <a:t>5/7/2025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7ACAAB8A-DD1F-F240-8651-22FAC159B42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76681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5/7/2025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A42EF41C-4509-4150-C0F1-83BB756ACF5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972452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dirty="0"/>
              <a:t>Click to add Statement</a:t>
            </a:r>
          </a:p>
          <a:p>
            <a:pPr lvl="1"/>
            <a:r>
              <a:rPr lang="en-US" dirty="0"/>
              <a:t>Second level</a:t>
            </a:r>
          </a:p>
          <a:p>
            <a:pPr lvl="2"/>
            <a:r>
              <a:rPr lang="en-US" dirty="0"/>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5/7/2025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9" name="Rectangle: Rounded Corners 8">
            <a:extLst>
              <a:ext uri="{FF2B5EF4-FFF2-40B4-BE49-F238E27FC236}">
                <a16:creationId xmlns:a16="http://schemas.microsoft.com/office/drawing/2014/main" id="{244775AE-F67F-CB44-1D87-AB4D287818A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476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90F78A7-ED9B-4802-8C3B-8810C7632A95}" type="datetime1">
              <a:rPr lang="en-US" smtClean="0"/>
              <a:t>5/7/2025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734D2A7D-7433-3BD7-B540-CAF81289672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83692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4F266F9-F826-45A4-93B2-4F421185E715}" type="datetime1">
              <a:rPr lang="en-US" smtClean="0"/>
              <a:t>5/7/2025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0F6FAFB8-6136-DD3A-86C3-855ED940D6F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529681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34321655-180C-E5FF-5EBA-CB7C8C900534}"/>
              </a:ext>
            </a:extLst>
          </p:cNvPr>
          <p:cNvPicPr>
            <a:picLocks noChangeAspect="1"/>
          </p:cNvPicPr>
          <p:nvPr/>
        </p:nvPicPr>
        <p:blipFill>
          <a:blip r:embed="rId2">
            <a:extLst>
              <a:ext uri="{28A0092B-C50C-407E-A947-70E740481C1C}">
                <a14:useLocalDpi xmlns:a14="http://schemas.microsoft.com/office/drawing/2010/main" val="0"/>
              </a:ext>
            </a:extLst>
          </a:blip>
          <a:srcRect t="6267"/>
          <a:stretch/>
        </p:blipFill>
        <p:spPr>
          <a:xfrm>
            <a:off x="492638" y="0"/>
            <a:ext cx="4471248" cy="4191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5/7/2025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0659926F-2327-8B2D-085E-499F8F38779A}"/>
              </a:ext>
            </a:extLst>
          </p:cNvPr>
          <p:cNvCxnSpPr/>
          <p:nvPr/>
        </p:nvCxnSpPr>
        <p:spPr>
          <a:xfrm>
            <a:off x="1551214" y="3477986"/>
            <a:ext cx="0" cy="1992085"/>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99773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80000"/>
              </a:lnSpc>
              <a:spcBef>
                <a:spcPts val="0"/>
              </a:spcBef>
              <a:buNone/>
              <a:defRPr sz="40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A15AF2BE-7E3A-4323-8AD1-6D4FF44FD8E1}" type="datetime1">
              <a:rPr lang="en-US" smtClean="0"/>
              <a:t>5/7/2025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CF5A24BE-62EC-1D31-CC8C-91D6C09F822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897118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80000"/>
              </a:lnSpc>
              <a:spcBef>
                <a:spcPts val="0"/>
              </a:spcBef>
              <a:buNone/>
              <a:defRPr sz="42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CB8FD7DB-FD7D-41C7-A7D0-5BAC7B3F1054}" type="datetime1">
              <a:rPr lang="en-US" smtClean="0"/>
              <a:t>5/7/2025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0CC92CDB-3DCC-F547-8EEC-BE14157A425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3182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F63BBBA-62F7-DBEC-F9CF-7226CF22297D}"/>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70C6923B-FF9D-B437-5588-878AF0F8A070}"/>
              </a:ext>
            </a:extLst>
          </p:cNvPr>
          <p:cNvSpPr>
            <a:spLocks noGrp="1"/>
          </p:cNvSpPr>
          <p:nvPr>
            <p:ph type="body" sz="quarter" idx="13"/>
          </p:nvPr>
        </p:nvSpPr>
        <p:spPr>
          <a:xfrm>
            <a:off x="860892"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32312870-557C-564C-3520-F00CB9BF524F}"/>
              </a:ext>
            </a:extLst>
          </p:cNvPr>
          <p:cNvSpPr>
            <a:spLocks noGrp="1"/>
          </p:cNvSpPr>
          <p:nvPr>
            <p:ph type="body" sz="quarter" idx="15"/>
          </p:nvPr>
        </p:nvSpPr>
        <p:spPr>
          <a:xfrm>
            <a:off x="6285157"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7586B0B4-0F2D-499F-B46F-F681523A05A0}"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3" name="Rectangle: Rounded Corners 12">
            <a:extLst>
              <a:ext uri="{FF2B5EF4-FFF2-40B4-BE49-F238E27FC236}">
                <a16:creationId xmlns:a16="http://schemas.microsoft.com/office/drawing/2014/main" id="{FB15031E-7D6B-5DB2-0949-3226C3A6B5E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2690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4C7CB3-8309-EE97-00D8-73D90094F0D7}"/>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60893"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2">
            <a:extLst>
              <a:ext uri="{FF2B5EF4-FFF2-40B4-BE49-F238E27FC236}">
                <a16:creationId xmlns:a16="http://schemas.microsoft.com/office/drawing/2014/main" id="{8CF4B8FC-8114-F896-19E9-61BFDBF1E798}"/>
              </a:ext>
            </a:extLst>
          </p:cNvPr>
          <p:cNvSpPr>
            <a:spLocks noGrp="1"/>
          </p:cNvSpPr>
          <p:nvPr>
            <p:ph type="body" idx="14"/>
          </p:nvPr>
        </p:nvSpPr>
        <p:spPr>
          <a:xfrm>
            <a:off x="6285158"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60892"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a:extLst>
              <a:ext uri="{FF2B5EF4-FFF2-40B4-BE49-F238E27FC236}">
                <a16:creationId xmlns:a16="http://schemas.microsoft.com/office/drawing/2014/main" id="{BA05586D-8745-CB79-26DE-BB05CF6BF805}"/>
              </a:ext>
            </a:extLst>
          </p:cNvPr>
          <p:cNvSpPr>
            <a:spLocks noGrp="1"/>
          </p:cNvSpPr>
          <p:nvPr>
            <p:ph type="body" sz="quarter" idx="15"/>
          </p:nvPr>
        </p:nvSpPr>
        <p:spPr>
          <a:xfrm>
            <a:off x="6285157"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347132" y="6529916"/>
            <a:ext cx="3284341" cy="328084"/>
          </a:xfrm>
          <a:prstGeom prst="rect">
            <a:avLst/>
          </a:prstGeom>
        </p:spPr>
        <p:txBody>
          <a:bodyPr/>
          <a:lstStyle/>
          <a:p>
            <a:fld id="{01266551-E982-43FB-8EB6-73FB0E4FDF12}" type="datetime1">
              <a:rPr lang="en-US" smtClean="0"/>
              <a:t>5/7/2025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2" name="Rectangle: Rounded Corners 11">
            <a:extLst>
              <a:ext uri="{FF2B5EF4-FFF2-40B4-BE49-F238E27FC236}">
                <a16:creationId xmlns:a16="http://schemas.microsoft.com/office/drawing/2014/main" id="{E69FD757-76AB-74D2-BF21-512AF236806B}"/>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543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7CF8608-BD7F-FDF6-C9FE-359BAFBCCEDE}"/>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347132" y="6529916"/>
            <a:ext cx="3284341" cy="328084"/>
          </a:xfrm>
          <a:prstGeom prst="rect">
            <a:avLst/>
          </a:prstGeom>
        </p:spPr>
        <p:txBody>
          <a:bodyPr/>
          <a:lstStyle/>
          <a:p>
            <a:fld id="{6F57FA73-4BE2-4237-90E8-28123CE1B9FA}" type="datetime1">
              <a:rPr lang="en-US" smtClean="0"/>
              <a:t>5/7/2025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144ABFCC-D627-9493-2426-A6E5682EEBD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7819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5/7/2025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6069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347132" y="6529916"/>
            <a:ext cx="3284341" cy="328084"/>
          </a:xfrm>
          <a:prstGeom prst="rect">
            <a:avLst/>
          </a:prstGeom>
        </p:spPr>
        <p:txBody>
          <a:bodyPr/>
          <a:lstStyle/>
          <a:p>
            <a:fld id="{82EFC53A-E163-43E4-9309-C62B24E59229}" type="datetime1">
              <a:rPr lang="en-US" smtClean="0"/>
              <a:t>5/7/2025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8759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1847088"/>
            <a:ext cx="7342307" cy="1133856"/>
          </a:xfrm>
        </p:spPr>
        <p:txBody>
          <a:bodyPr anchor="b">
            <a:noAutofit/>
          </a:bodyPr>
          <a:lstStyle>
            <a:lvl1pPr>
              <a:defRPr sz="600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59536" y="3594099"/>
            <a:ext cx="104729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F57D2C4C-3CEB-4A3F-A850-2A701BAB5B4F}"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60F630EC-9C35-9636-5C2F-9B305B2CCE3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384798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BB055BD5-F132-7EB0-787E-04988310DC8B}"/>
              </a:ext>
            </a:extLst>
          </p:cNvPr>
          <p:cNvCxnSpPr>
            <a:cxnSpLocks/>
          </p:cNvCxnSpPr>
          <p:nvPr/>
        </p:nvCxnSpPr>
        <p:spPr>
          <a:xfrm>
            <a:off x="4985657" y="5238749"/>
            <a:ext cx="0" cy="8827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dirty="0"/>
              <a:t>Click to edit Master </a:t>
            </a:r>
            <a:br>
              <a:rPr lang="en-US" dirty="0"/>
            </a:br>
            <a:r>
              <a:rPr lang="en-US" dirty="0"/>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5/7/2025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77" r:id="rId37"/>
    <p:sldLayoutId id="2147483863" r:id="rId38"/>
    <p:sldLayoutId id="2147483864" r:id="rId39"/>
    <p:sldLayoutId id="2147483865" r:id="rId40"/>
    <p:sldLayoutId id="2147483866" r:id="rId41"/>
    <p:sldLayoutId id="2147483867" r:id="rId42"/>
    <p:sldLayoutId id="2147483868" r:id="rId43"/>
    <p:sldLayoutId id="2147483869" r:id="rId44"/>
    <p:sldLayoutId id="2147483870" r:id="rId45"/>
    <p:sldLayoutId id="2147483871" r:id="rId46"/>
    <p:sldLayoutId id="2147483872" r:id="rId47"/>
    <p:sldLayoutId id="2147483873" r:id="rId48"/>
    <p:sldLayoutId id="2147483874" r:id="rId49"/>
    <p:sldLayoutId id="2147483875" r:id="rId50"/>
    <p:sldLayoutId id="2147483876" r:id="rId51"/>
    <p:sldLayoutId id="2147483878" r:id="rId52"/>
    <p:sldLayoutId id="2147483879" r:id="rId53"/>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41.xml"/><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1930708" y="2801929"/>
            <a:ext cx="8686801" cy="2565902"/>
          </a:xfrm>
        </p:spPr>
        <p:txBody>
          <a:bodyPr>
            <a:normAutofit/>
          </a:bodyPr>
          <a:lstStyle/>
          <a:p>
            <a:r>
              <a:rPr lang="en-AU" b="1" spc="600" dirty="0"/>
              <a:t>Weather Data Visualization presentation</a:t>
            </a:r>
          </a:p>
        </p:txBody>
      </p:sp>
      <p:sp>
        <p:nvSpPr>
          <p:cNvPr id="3" name="Subtitle 2">
            <a:extLst>
              <a:ext uri="{FF2B5EF4-FFF2-40B4-BE49-F238E27FC236}">
                <a16:creationId xmlns:a16="http://schemas.microsoft.com/office/drawing/2014/main" id="{363CF5F8-0028-8636-5006-5D5C52B32774}"/>
              </a:ext>
            </a:extLst>
          </p:cNvPr>
          <p:cNvSpPr>
            <a:spLocks noGrp="1"/>
          </p:cNvSpPr>
          <p:nvPr>
            <p:ph type="body" sz="quarter" idx="13"/>
          </p:nvPr>
        </p:nvSpPr>
        <p:spPr>
          <a:xfrm>
            <a:off x="1346090" y="1726269"/>
            <a:ext cx="3024899" cy="547908"/>
          </a:xfrm>
        </p:spPr>
        <p:txBody>
          <a:bodyPr>
            <a:normAutofit/>
          </a:bodyPr>
          <a:lstStyle/>
          <a:p>
            <a:r>
              <a:rPr lang="en-US" dirty="0"/>
              <a:t>Presented by Luis Mercado</a:t>
            </a:r>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B56E-1A01-8D29-F217-638F3BEF697B}"/>
              </a:ext>
            </a:extLst>
          </p:cNvPr>
          <p:cNvSpPr>
            <a:spLocks noGrp="1"/>
          </p:cNvSpPr>
          <p:nvPr>
            <p:ph type="title"/>
          </p:nvPr>
        </p:nvSpPr>
        <p:spPr>
          <a:xfrm>
            <a:off x="859535" y="907302"/>
            <a:ext cx="4788789" cy="1386965"/>
          </a:xfrm>
        </p:spPr>
        <p:txBody>
          <a:bodyPr/>
          <a:lstStyle/>
          <a:p>
            <a:r>
              <a:rPr lang="en-AU" dirty="0"/>
              <a:t>Introduction</a:t>
            </a:r>
            <a:endParaRPr lang="en-US" dirty="0"/>
          </a:p>
        </p:txBody>
      </p:sp>
      <p:sp>
        <p:nvSpPr>
          <p:cNvPr id="3" name="Content Placeholder 2">
            <a:extLst>
              <a:ext uri="{FF2B5EF4-FFF2-40B4-BE49-F238E27FC236}">
                <a16:creationId xmlns:a16="http://schemas.microsoft.com/office/drawing/2014/main" id="{8DE9521F-CC42-235E-F804-B826A36205D1}"/>
              </a:ext>
            </a:extLst>
          </p:cNvPr>
          <p:cNvSpPr>
            <a:spLocks noGrp="1"/>
          </p:cNvSpPr>
          <p:nvPr>
            <p:ph sz="quarter" idx="14"/>
          </p:nvPr>
        </p:nvSpPr>
        <p:spPr>
          <a:xfrm>
            <a:off x="859536" y="2438545"/>
            <a:ext cx="4366917" cy="3512152"/>
          </a:xfrm>
        </p:spPr>
        <p:txBody>
          <a:bodyPr/>
          <a:lstStyle/>
          <a:p>
            <a:pPr>
              <a:buFont typeface="Arial" panose="020B0604020202020204" pitchFamily="34" charset="0"/>
              <a:buChar char="•"/>
            </a:pPr>
            <a:r>
              <a:rPr lang="en-US" dirty="0"/>
              <a:t>Dataset: Full financial year (July-June) weather history</a:t>
            </a:r>
          </a:p>
          <a:p>
            <a:pPr>
              <a:buFont typeface="Arial" panose="020B0604020202020204" pitchFamily="34" charset="0"/>
              <a:buChar char="•"/>
            </a:pPr>
            <a:r>
              <a:rPr lang="en-US" dirty="0"/>
              <a:t>11 columns of data including: </a:t>
            </a:r>
          </a:p>
          <a:p>
            <a:pPr marL="742950" lvl="1" indent="-285750">
              <a:buFont typeface="Arial" panose="020B0604020202020204" pitchFamily="34" charset="0"/>
              <a:buChar char="•"/>
            </a:pPr>
            <a:r>
              <a:rPr lang="en-US" dirty="0"/>
              <a:t>Daily temperatures (actual and historical)</a:t>
            </a:r>
          </a:p>
          <a:p>
            <a:pPr marL="742950" lvl="1" indent="-285750">
              <a:buFont typeface="Arial" panose="020B0604020202020204" pitchFamily="34" charset="0"/>
              <a:buChar char="•"/>
            </a:pPr>
            <a:r>
              <a:rPr lang="en-US" dirty="0"/>
              <a:t>Rainfall measurements</a:t>
            </a:r>
          </a:p>
          <a:p>
            <a:pPr marL="742950" lvl="1" indent="-285750">
              <a:buFont typeface="Arial" panose="020B0604020202020204" pitchFamily="34" charset="0"/>
              <a:buChar char="•"/>
            </a:pPr>
            <a:r>
              <a:rPr lang="en-US" dirty="0"/>
              <a:t>Historical averages and extremes</a:t>
            </a:r>
          </a:p>
          <a:p>
            <a:pPr>
              <a:buFont typeface="Arial" panose="020B0604020202020204" pitchFamily="34" charset="0"/>
              <a:buChar char="•"/>
            </a:pPr>
            <a:r>
              <a:rPr lang="en-US" dirty="0"/>
              <a:t>Goal: Extract meaningful insights through creative visualization</a:t>
            </a:r>
          </a:p>
        </p:txBody>
      </p:sp>
      <p:pic>
        <p:nvPicPr>
          <p:cNvPr id="15" name="Picture Placeholder 14" descr="A white object on a white surface">
            <a:extLst>
              <a:ext uri="{FF2B5EF4-FFF2-40B4-BE49-F238E27FC236}">
                <a16:creationId xmlns:a16="http://schemas.microsoft.com/office/drawing/2014/main" id="{7270AD1A-8F9F-BF9D-AE26-986ADE7EF35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5749422" y="333756"/>
            <a:ext cx="6086539" cy="6190488"/>
          </a:xfrm>
        </p:spPr>
      </p:pic>
    </p:spTree>
    <p:extLst>
      <p:ext uri="{BB962C8B-B14F-4D97-AF65-F5344CB8AC3E}">
        <p14:creationId xmlns:p14="http://schemas.microsoft.com/office/powerpoint/2010/main" val="2002021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8FBD09-58B3-B27D-8F8C-A0AB9CF1B557}"/>
              </a:ext>
            </a:extLst>
          </p:cNvPr>
          <p:cNvPicPr>
            <a:picLocks noChangeAspect="1"/>
          </p:cNvPicPr>
          <p:nvPr/>
        </p:nvPicPr>
        <p:blipFill>
          <a:blip r:embed="rId3"/>
          <a:stretch>
            <a:fillRect/>
          </a:stretch>
        </p:blipFill>
        <p:spPr>
          <a:xfrm>
            <a:off x="642520" y="881552"/>
            <a:ext cx="10906960" cy="5418745"/>
          </a:xfrm>
          <a:prstGeom prst="rect">
            <a:avLst/>
          </a:prstGeom>
        </p:spPr>
      </p:pic>
      <p:sp>
        <p:nvSpPr>
          <p:cNvPr id="10" name="TextBox 9">
            <a:extLst>
              <a:ext uri="{FF2B5EF4-FFF2-40B4-BE49-F238E27FC236}">
                <a16:creationId xmlns:a16="http://schemas.microsoft.com/office/drawing/2014/main" id="{67D24504-4265-EB49-7A43-B9A6B8BE10F9}"/>
              </a:ext>
            </a:extLst>
          </p:cNvPr>
          <p:cNvSpPr txBox="1"/>
          <p:nvPr/>
        </p:nvSpPr>
        <p:spPr>
          <a:xfrm>
            <a:off x="390525" y="352425"/>
            <a:ext cx="11410950" cy="369332"/>
          </a:xfrm>
          <a:prstGeom prst="rect">
            <a:avLst/>
          </a:prstGeom>
          <a:noFill/>
        </p:spPr>
        <p:txBody>
          <a:bodyPr wrap="square" rtlCol="0">
            <a:spAutoFit/>
          </a:bodyPr>
          <a:lstStyle/>
          <a:p>
            <a:pPr algn="ctr"/>
            <a:r>
              <a:rPr lang="en-US" b="1" dirty="0"/>
              <a:t>Temperature Patterns Overview</a:t>
            </a:r>
            <a:endParaRPr lang="en-AU" b="1" dirty="0"/>
          </a:p>
        </p:txBody>
      </p:sp>
    </p:spTree>
    <p:extLst>
      <p:ext uri="{BB962C8B-B14F-4D97-AF65-F5344CB8AC3E}">
        <p14:creationId xmlns:p14="http://schemas.microsoft.com/office/powerpoint/2010/main" val="3408536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51BC45-CAED-BB43-A297-009708D51D81}"/>
              </a:ext>
            </a:extLst>
          </p:cNvPr>
          <p:cNvSpPr>
            <a:spLocks noGrp="1"/>
          </p:cNvSpPr>
          <p:nvPr>
            <p:ph type="title"/>
          </p:nvPr>
        </p:nvSpPr>
        <p:spPr/>
        <p:txBody>
          <a:bodyPr/>
          <a:lstStyle/>
          <a:p>
            <a:r>
              <a:rPr lang="en-US" dirty="0"/>
              <a:t>Quote</a:t>
            </a:r>
          </a:p>
        </p:txBody>
      </p:sp>
      <p:pic>
        <p:nvPicPr>
          <p:cNvPr id="7" name="Picture 6">
            <a:extLst>
              <a:ext uri="{FF2B5EF4-FFF2-40B4-BE49-F238E27FC236}">
                <a16:creationId xmlns:a16="http://schemas.microsoft.com/office/drawing/2014/main" id="{AA53AD82-8DB4-E74F-1694-0B4BA4ECE481}"/>
              </a:ext>
            </a:extLst>
          </p:cNvPr>
          <p:cNvPicPr>
            <a:picLocks noChangeAspect="1"/>
          </p:cNvPicPr>
          <p:nvPr/>
        </p:nvPicPr>
        <p:blipFill>
          <a:blip r:embed="rId3"/>
          <a:stretch>
            <a:fillRect/>
          </a:stretch>
        </p:blipFill>
        <p:spPr>
          <a:xfrm>
            <a:off x="514350" y="1231865"/>
            <a:ext cx="11163300" cy="4567518"/>
          </a:xfrm>
          <a:prstGeom prst="rect">
            <a:avLst/>
          </a:prstGeom>
        </p:spPr>
      </p:pic>
      <p:pic>
        <p:nvPicPr>
          <p:cNvPr id="9" name="Picture 8">
            <a:extLst>
              <a:ext uri="{FF2B5EF4-FFF2-40B4-BE49-F238E27FC236}">
                <a16:creationId xmlns:a16="http://schemas.microsoft.com/office/drawing/2014/main" id="{D574C8D6-B6C2-46C3-6257-97DAE112D50F}"/>
              </a:ext>
            </a:extLst>
          </p:cNvPr>
          <p:cNvPicPr>
            <a:picLocks noChangeAspect="1"/>
          </p:cNvPicPr>
          <p:nvPr/>
        </p:nvPicPr>
        <p:blipFill>
          <a:blip r:embed="rId4"/>
          <a:stretch>
            <a:fillRect/>
          </a:stretch>
        </p:blipFill>
        <p:spPr>
          <a:xfrm>
            <a:off x="1038224" y="5664305"/>
            <a:ext cx="10487025" cy="433348"/>
          </a:xfrm>
          <a:prstGeom prst="rect">
            <a:avLst/>
          </a:prstGeom>
        </p:spPr>
      </p:pic>
      <p:sp>
        <p:nvSpPr>
          <p:cNvPr id="10" name="TextBox 9">
            <a:extLst>
              <a:ext uri="{FF2B5EF4-FFF2-40B4-BE49-F238E27FC236}">
                <a16:creationId xmlns:a16="http://schemas.microsoft.com/office/drawing/2014/main" id="{35160FAD-BF32-5E8B-D4EA-88A076D9AB62}"/>
              </a:ext>
            </a:extLst>
          </p:cNvPr>
          <p:cNvSpPr txBox="1"/>
          <p:nvPr/>
        </p:nvSpPr>
        <p:spPr>
          <a:xfrm>
            <a:off x="390525" y="352425"/>
            <a:ext cx="11410950" cy="369332"/>
          </a:xfrm>
          <a:prstGeom prst="rect">
            <a:avLst/>
          </a:prstGeom>
          <a:noFill/>
        </p:spPr>
        <p:txBody>
          <a:bodyPr wrap="square" rtlCol="0">
            <a:spAutoFit/>
          </a:bodyPr>
          <a:lstStyle/>
          <a:p>
            <a:pPr algn="ctr"/>
            <a:r>
              <a:rPr lang="en-US" b="1" dirty="0"/>
              <a:t>Rainfall Analysis</a:t>
            </a:r>
            <a:endParaRPr lang="en-AU" b="1" dirty="0"/>
          </a:p>
        </p:txBody>
      </p:sp>
    </p:spTree>
    <p:extLst>
      <p:ext uri="{BB962C8B-B14F-4D97-AF65-F5344CB8AC3E}">
        <p14:creationId xmlns:p14="http://schemas.microsoft.com/office/powerpoint/2010/main" val="2949280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A99F5-3CD9-C74C-1A76-50197F52D1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8B0FB81-E7E0-0E53-B15B-6DDD40B57A13}"/>
              </a:ext>
            </a:extLst>
          </p:cNvPr>
          <p:cNvSpPr>
            <a:spLocks noGrp="1"/>
          </p:cNvSpPr>
          <p:nvPr>
            <p:ph type="title"/>
          </p:nvPr>
        </p:nvSpPr>
        <p:spPr/>
        <p:txBody>
          <a:bodyPr/>
          <a:lstStyle/>
          <a:p>
            <a:r>
              <a:rPr lang="en-US" dirty="0"/>
              <a:t>Quote</a:t>
            </a:r>
          </a:p>
        </p:txBody>
      </p:sp>
      <p:sp>
        <p:nvSpPr>
          <p:cNvPr id="10" name="TextBox 9">
            <a:extLst>
              <a:ext uri="{FF2B5EF4-FFF2-40B4-BE49-F238E27FC236}">
                <a16:creationId xmlns:a16="http://schemas.microsoft.com/office/drawing/2014/main" id="{89F53268-E2DE-1CBD-0018-B44C7D397DF7}"/>
              </a:ext>
            </a:extLst>
          </p:cNvPr>
          <p:cNvSpPr txBox="1"/>
          <p:nvPr/>
        </p:nvSpPr>
        <p:spPr>
          <a:xfrm>
            <a:off x="390525" y="352425"/>
            <a:ext cx="11410950" cy="369332"/>
          </a:xfrm>
          <a:prstGeom prst="rect">
            <a:avLst/>
          </a:prstGeom>
          <a:noFill/>
        </p:spPr>
        <p:txBody>
          <a:bodyPr wrap="square" rtlCol="0">
            <a:spAutoFit/>
          </a:bodyPr>
          <a:lstStyle/>
          <a:p>
            <a:pPr algn="ctr"/>
            <a:r>
              <a:rPr lang="en-US" b="1" dirty="0"/>
              <a:t>Rainfall Analysis</a:t>
            </a:r>
            <a:endParaRPr lang="en-AU" b="1" dirty="0"/>
          </a:p>
        </p:txBody>
      </p:sp>
      <p:pic>
        <p:nvPicPr>
          <p:cNvPr id="3" name="Picture 2">
            <a:extLst>
              <a:ext uri="{FF2B5EF4-FFF2-40B4-BE49-F238E27FC236}">
                <a16:creationId xmlns:a16="http://schemas.microsoft.com/office/drawing/2014/main" id="{F0783B4E-7405-39DB-1A93-7CE12D6EFAD9}"/>
              </a:ext>
            </a:extLst>
          </p:cNvPr>
          <p:cNvPicPr>
            <a:picLocks noChangeAspect="1"/>
          </p:cNvPicPr>
          <p:nvPr/>
        </p:nvPicPr>
        <p:blipFill>
          <a:blip r:embed="rId3"/>
          <a:stretch>
            <a:fillRect/>
          </a:stretch>
        </p:blipFill>
        <p:spPr>
          <a:xfrm>
            <a:off x="501586" y="916439"/>
            <a:ext cx="11188827" cy="4887625"/>
          </a:xfrm>
          <a:prstGeom prst="rect">
            <a:avLst/>
          </a:prstGeom>
        </p:spPr>
      </p:pic>
    </p:spTree>
    <p:extLst>
      <p:ext uri="{BB962C8B-B14F-4D97-AF65-F5344CB8AC3E}">
        <p14:creationId xmlns:p14="http://schemas.microsoft.com/office/powerpoint/2010/main" val="1711721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8230-AB4D-9A97-CAE6-5AF416F3046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43CAAA-75D3-7E1B-4FE2-BF68B3B14DEF}"/>
              </a:ext>
            </a:extLst>
          </p:cNvPr>
          <p:cNvSpPr>
            <a:spLocks noGrp="1"/>
          </p:cNvSpPr>
          <p:nvPr>
            <p:ph type="title"/>
          </p:nvPr>
        </p:nvSpPr>
        <p:spPr/>
        <p:txBody>
          <a:bodyPr/>
          <a:lstStyle/>
          <a:p>
            <a:r>
              <a:rPr lang="en-US" dirty="0"/>
              <a:t>Quote</a:t>
            </a:r>
          </a:p>
        </p:txBody>
      </p:sp>
      <p:sp>
        <p:nvSpPr>
          <p:cNvPr id="10" name="TextBox 9">
            <a:extLst>
              <a:ext uri="{FF2B5EF4-FFF2-40B4-BE49-F238E27FC236}">
                <a16:creationId xmlns:a16="http://schemas.microsoft.com/office/drawing/2014/main" id="{CC4064F8-C44E-586D-0F89-6360C01FF65E}"/>
              </a:ext>
            </a:extLst>
          </p:cNvPr>
          <p:cNvSpPr txBox="1"/>
          <p:nvPr/>
        </p:nvSpPr>
        <p:spPr>
          <a:xfrm>
            <a:off x="390525" y="352425"/>
            <a:ext cx="11410950" cy="369332"/>
          </a:xfrm>
          <a:prstGeom prst="rect">
            <a:avLst/>
          </a:prstGeom>
          <a:noFill/>
        </p:spPr>
        <p:txBody>
          <a:bodyPr wrap="square" rtlCol="0">
            <a:spAutoFit/>
          </a:bodyPr>
          <a:lstStyle/>
          <a:p>
            <a:pPr algn="ctr"/>
            <a:r>
              <a:rPr lang="en-US" b="1" dirty="0"/>
              <a:t>Temperature Anomalies Analysis</a:t>
            </a:r>
            <a:endParaRPr lang="en-AU" b="1" dirty="0"/>
          </a:p>
        </p:txBody>
      </p:sp>
      <p:pic>
        <p:nvPicPr>
          <p:cNvPr id="5" name="Picture 4">
            <a:extLst>
              <a:ext uri="{FF2B5EF4-FFF2-40B4-BE49-F238E27FC236}">
                <a16:creationId xmlns:a16="http://schemas.microsoft.com/office/drawing/2014/main" id="{58C16793-C839-D0E8-B159-A5688813B6E7}"/>
              </a:ext>
            </a:extLst>
          </p:cNvPr>
          <p:cNvPicPr>
            <a:picLocks noChangeAspect="1"/>
          </p:cNvPicPr>
          <p:nvPr/>
        </p:nvPicPr>
        <p:blipFill>
          <a:blip r:embed="rId3"/>
          <a:stretch>
            <a:fillRect/>
          </a:stretch>
        </p:blipFill>
        <p:spPr>
          <a:xfrm>
            <a:off x="2491804" y="721757"/>
            <a:ext cx="7208391" cy="5756651"/>
          </a:xfrm>
          <a:prstGeom prst="rect">
            <a:avLst/>
          </a:prstGeom>
        </p:spPr>
      </p:pic>
    </p:spTree>
    <p:extLst>
      <p:ext uri="{BB962C8B-B14F-4D97-AF65-F5344CB8AC3E}">
        <p14:creationId xmlns:p14="http://schemas.microsoft.com/office/powerpoint/2010/main" val="1769137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915AB-728E-3D77-5BB9-FF9190A66F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1E1DB85-66C4-B256-6261-9FBB4B2DF1FD}"/>
              </a:ext>
            </a:extLst>
          </p:cNvPr>
          <p:cNvSpPr>
            <a:spLocks noGrp="1"/>
          </p:cNvSpPr>
          <p:nvPr>
            <p:ph type="title"/>
          </p:nvPr>
        </p:nvSpPr>
        <p:spPr/>
        <p:txBody>
          <a:bodyPr/>
          <a:lstStyle/>
          <a:p>
            <a:r>
              <a:rPr lang="en-US" dirty="0"/>
              <a:t>Quote</a:t>
            </a:r>
          </a:p>
        </p:txBody>
      </p:sp>
      <p:sp>
        <p:nvSpPr>
          <p:cNvPr id="10" name="TextBox 9">
            <a:extLst>
              <a:ext uri="{FF2B5EF4-FFF2-40B4-BE49-F238E27FC236}">
                <a16:creationId xmlns:a16="http://schemas.microsoft.com/office/drawing/2014/main" id="{6FA7884E-DFCD-8D21-B473-8B5901D674A4}"/>
              </a:ext>
            </a:extLst>
          </p:cNvPr>
          <p:cNvSpPr txBox="1"/>
          <p:nvPr/>
        </p:nvSpPr>
        <p:spPr>
          <a:xfrm>
            <a:off x="390525" y="352425"/>
            <a:ext cx="11410950" cy="369332"/>
          </a:xfrm>
          <a:prstGeom prst="rect">
            <a:avLst/>
          </a:prstGeom>
          <a:noFill/>
        </p:spPr>
        <p:txBody>
          <a:bodyPr wrap="square" rtlCol="0">
            <a:spAutoFit/>
          </a:bodyPr>
          <a:lstStyle/>
          <a:p>
            <a:pPr algn="ctr"/>
            <a:r>
              <a:rPr lang="en-US" b="1" dirty="0"/>
              <a:t>Temperature Extremes Analysis</a:t>
            </a:r>
            <a:endParaRPr lang="en-AU" b="1" dirty="0"/>
          </a:p>
        </p:txBody>
      </p:sp>
      <p:pic>
        <p:nvPicPr>
          <p:cNvPr id="3" name="Picture 2">
            <a:extLst>
              <a:ext uri="{FF2B5EF4-FFF2-40B4-BE49-F238E27FC236}">
                <a16:creationId xmlns:a16="http://schemas.microsoft.com/office/drawing/2014/main" id="{BFF5157D-B055-EDF6-8BB2-8C31FD16137D}"/>
              </a:ext>
            </a:extLst>
          </p:cNvPr>
          <p:cNvPicPr>
            <a:picLocks noChangeAspect="1"/>
          </p:cNvPicPr>
          <p:nvPr/>
        </p:nvPicPr>
        <p:blipFill>
          <a:blip r:embed="rId3"/>
          <a:stretch>
            <a:fillRect/>
          </a:stretch>
        </p:blipFill>
        <p:spPr>
          <a:xfrm>
            <a:off x="502459" y="871015"/>
            <a:ext cx="11187081" cy="4394003"/>
          </a:xfrm>
          <a:prstGeom prst="rect">
            <a:avLst/>
          </a:prstGeom>
        </p:spPr>
      </p:pic>
    </p:spTree>
    <p:extLst>
      <p:ext uri="{BB962C8B-B14F-4D97-AF65-F5344CB8AC3E}">
        <p14:creationId xmlns:p14="http://schemas.microsoft.com/office/powerpoint/2010/main" val="2310880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1415E-BCF6-282B-E214-C96144CFD0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C52D89-6000-7761-5966-DBA293FCDEAB}"/>
              </a:ext>
            </a:extLst>
          </p:cNvPr>
          <p:cNvSpPr>
            <a:spLocks noGrp="1"/>
          </p:cNvSpPr>
          <p:nvPr>
            <p:ph type="title"/>
          </p:nvPr>
        </p:nvSpPr>
        <p:spPr/>
        <p:txBody>
          <a:bodyPr/>
          <a:lstStyle/>
          <a:p>
            <a:r>
              <a:rPr lang="en-US" dirty="0"/>
              <a:t>Quote</a:t>
            </a:r>
          </a:p>
        </p:txBody>
      </p:sp>
      <p:sp>
        <p:nvSpPr>
          <p:cNvPr id="10" name="TextBox 9">
            <a:extLst>
              <a:ext uri="{FF2B5EF4-FFF2-40B4-BE49-F238E27FC236}">
                <a16:creationId xmlns:a16="http://schemas.microsoft.com/office/drawing/2014/main" id="{4F618E3D-058E-DACF-24A1-7FD9685312C8}"/>
              </a:ext>
            </a:extLst>
          </p:cNvPr>
          <p:cNvSpPr txBox="1"/>
          <p:nvPr/>
        </p:nvSpPr>
        <p:spPr>
          <a:xfrm>
            <a:off x="390525" y="352425"/>
            <a:ext cx="11410950" cy="369332"/>
          </a:xfrm>
          <a:prstGeom prst="rect">
            <a:avLst/>
          </a:prstGeom>
          <a:noFill/>
        </p:spPr>
        <p:txBody>
          <a:bodyPr wrap="square" rtlCol="0">
            <a:spAutoFit/>
          </a:bodyPr>
          <a:lstStyle/>
          <a:p>
            <a:pPr algn="ctr"/>
            <a:r>
              <a:rPr lang="en-US" b="1" dirty="0"/>
              <a:t>Rainfall Extremes Analysis</a:t>
            </a:r>
            <a:endParaRPr lang="en-AU" b="1" dirty="0"/>
          </a:p>
        </p:txBody>
      </p:sp>
      <p:pic>
        <p:nvPicPr>
          <p:cNvPr id="5" name="Picture 4">
            <a:extLst>
              <a:ext uri="{FF2B5EF4-FFF2-40B4-BE49-F238E27FC236}">
                <a16:creationId xmlns:a16="http://schemas.microsoft.com/office/drawing/2014/main" id="{87F5152F-7D9C-CE29-20E7-0577BAC5D066}"/>
              </a:ext>
            </a:extLst>
          </p:cNvPr>
          <p:cNvPicPr>
            <a:picLocks noChangeAspect="1"/>
          </p:cNvPicPr>
          <p:nvPr/>
        </p:nvPicPr>
        <p:blipFill>
          <a:blip r:embed="rId3"/>
          <a:stretch>
            <a:fillRect/>
          </a:stretch>
        </p:blipFill>
        <p:spPr>
          <a:xfrm>
            <a:off x="520884" y="817007"/>
            <a:ext cx="11150231" cy="4755118"/>
          </a:xfrm>
          <a:prstGeom prst="rect">
            <a:avLst/>
          </a:prstGeom>
        </p:spPr>
      </p:pic>
    </p:spTree>
    <p:extLst>
      <p:ext uri="{BB962C8B-B14F-4D97-AF65-F5344CB8AC3E}">
        <p14:creationId xmlns:p14="http://schemas.microsoft.com/office/powerpoint/2010/main" val="3715199056"/>
      </p:ext>
    </p:extLst>
  </p:cSld>
  <p:clrMapOvr>
    <a:masterClrMapping/>
  </p:clrMapOvr>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3.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2179</TotalTime>
  <Words>468</Words>
  <Application>Microsoft Office PowerPoint</Application>
  <PresentationFormat>Widescreen</PresentationFormat>
  <Paragraphs>40</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Lora</vt:lpstr>
      <vt:lpstr>Playfair Display Black</vt:lpstr>
      <vt:lpstr>Poppins Light</vt:lpstr>
      <vt:lpstr>Gradient Circle</vt:lpstr>
      <vt:lpstr>Weather Data Visualization presentation</vt:lpstr>
      <vt:lpstr>Introduction</vt:lpstr>
      <vt:lpstr>PowerPoint Presentation</vt:lpstr>
      <vt:lpstr>Quote</vt:lpstr>
      <vt:lpstr>Quote</vt:lpstr>
      <vt:lpstr>Quote</vt:lpstr>
      <vt:lpstr>Quote</vt:lpstr>
      <vt:lpstr>Quote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luis mer</dc:creator>
  <cp:lastModifiedBy>Luis Alberto Mercado Rodriguez</cp:lastModifiedBy>
  <cp:revision>3</cp:revision>
  <dcterms:created xsi:type="dcterms:W3CDTF">2024-06-26T20:20:27Z</dcterms:created>
  <dcterms:modified xsi:type="dcterms:W3CDTF">2025-05-07T12:02:05Z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